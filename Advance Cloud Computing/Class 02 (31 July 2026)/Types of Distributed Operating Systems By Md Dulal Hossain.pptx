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609376ddc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609376ddc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609376dd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609376dd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609376dd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609376dd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609376dd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609376dd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609376dd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609376dd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609376ddc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609376dd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609376dd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609376dd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0" y="1202475"/>
            <a:ext cx="9144000" cy="96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1" lang="en" sz="3900">
                <a:latin typeface="Times New Roman"/>
                <a:ea typeface="Times New Roman"/>
                <a:cs typeface="Times New Roman"/>
                <a:sym typeface="Times New Roman"/>
              </a:rPr>
              <a:t>ypes of Distributed Operating Systems </a:t>
            </a:r>
            <a:endParaRPr b="1" sz="3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051050" y="3301750"/>
            <a:ext cx="7041900" cy="13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Md. Dulal Hossain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ID: M260205002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" name="Google Shape;56;p13" title="Jagannath-University-Logo-Vector.svg-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3718" y="0"/>
            <a:ext cx="1291298" cy="12024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2226075" y="2235925"/>
            <a:ext cx="4331400" cy="9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00FF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Class Activity</a:t>
            </a:r>
            <a:endParaRPr b="1" sz="2400">
              <a:solidFill>
                <a:srgbClr val="0000FF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Times New Roman"/>
                <a:ea typeface="Times New Roman"/>
                <a:cs typeface="Times New Roman"/>
                <a:sym typeface="Times New Roman"/>
              </a:rPr>
              <a:t>Distributed Operating System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808525" y="1342425"/>
            <a:ext cx="712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Distributed Operating System (DOS)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an advanced system software layer that manages a collection of independent, networked, and physically separate computational nodes, making them appear to users as a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unified system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Distributed Operating System (DOS)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Operating System (NOS)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Middleware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Times New Roman"/>
                <a:ea typeface="Times New Roman"/>
                <a:cs typeface="Times New Roman"/>
                <a:sym typeface="Times New Roman"/>
              </a:rPr>
              <a:t>Distributed Operating System (DOS) 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707525" y="1298600"/>
            <a:ext cx="5053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Distributed Operating System (DOS)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used in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tightly coupled systems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where multiple processors or computers are closely connected and usually have similar hardware.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 Goal: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hide and manage hardware resources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so users feel they are using a single powerful computer instead of many computers.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supercomputer or a multi-processor server.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1027" y="1936452"/>
            <a:ext cx="3174001" cy="17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Times New Roman"/>
                <a:ea typeface="Times New Roman"/>
                <a:cs typeface="Times New Roman"/>
                <a:sym typeface="Times New Roman"/>
              </a:rPr>
              <a:t>Network Operating System (NOS) 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501675" y="1313200"/>
            <a:ext cx="5339700" cy="37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Operating System (NOS)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designed for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loosely coupled systems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where computers are connected through a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 or WAN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may have different hardware or operating systems.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computer works independently but can share files, printers, and other resources over the network.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 Goal: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offer local services to remote clients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Windows Server or Linux servers connected over a network.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6375" y="1856900"/>
            <a:ext cx="3163550" cy="1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600">
                <a:latin typeface="Times New Roman"/>
                <a:ea typeface="Times New Roman"/>
                <a:cs typeface="Times New Roman"/>
                <a:sym typeface="Times New Roman"/>
              </a:rPr>
              <a:t>Middleware 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545450" y="1159775"/>
            <a:ext cx="6267600" cy="3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Middleware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not an operating system itself. It is an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additional software layer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runs on top of a Network Operating System.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provides common services such as communication, security, data sharing, and synchronization between distributed applications.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 Goal: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distribution transparency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meaning users do not need to know where data or services are actually located.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Apache Kafka, CORBA, Java RMI, or cloud platforms.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4050" y="2343900"/>
            <a:ext cx="2118251" cy="10831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Times New Roman"/>
                <a:ea typeface="Times New Roman"/>
                <a:cs typeface="Times New Roman"/>
                <a:sym typeface="Times New Roman"/>
              </a:rPr>
              <a:t>Comparison 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1144600" y="1481250"/>
            <a:ext cx="7158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DOS: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Appears as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single system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manages hardware resources.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NOS: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Connects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independent computers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allows them to share services.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Middleware: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Makes distributed systems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 to use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 hiding the complexity of communication.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Times New Roman"/>
                <a:ea typeface="Times New Roman"/>
                <a:cs typeface="Times New Roman"/>
                <a:sym typeface="Times New Roman"/>
              </a:rPr>
              <a:t>Conclusion 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1137275" y="1454375"/>
            <a:ext cx="6209100" cy="26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DOS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focuses on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 management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NOS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focuses on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resource sharing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Times New Roman"/>
              <a:buChar char="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Middleware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focuses on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transparency and communication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making distributed applications and cloud computing more efficient.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you. Any questions? </a:t>
            </a:r>
            <a:endParaRPr sz="4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