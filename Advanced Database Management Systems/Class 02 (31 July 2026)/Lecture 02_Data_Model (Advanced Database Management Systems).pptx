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9.xml"/>
  <Override ContentType="application/vnd.openxmlformats-officedocument.presentationml.slideMaster+xml" PartName="/ppt/slideMasters/slideMaster11.xml"/>
  <Override ContentType="application/vnd.openxmlformats-officedocument.presentationml.slideMaster+xml" PartName="/ppt/slideMasters/slideMaster13.xml"/>
  <Override ContentType="application/vnd.openxmlformats-officedocument.presentationml.slideMaster+xml" PartName="/ppt/slideMasters/slideMaster10.xml"/>
  <Override ContentType="application/vnd.openxmlformats-officedocument.presentationml.slideMaster+xml" PartName="/ppt/slideMasters/slideMaster15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5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14.xml"/>
  <Override ContentType="application/vnd.openxmlformats-officedocument.presentationml.slideMaster+xml" PartName="/ppt/slideMasters/slideMaster12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6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14.xml"/>
  <Override ContentType="application/vnd.openxmlformats-officedocument.theme+xml" PartName="/ppt/theme/theme6.xml"/>
  <Override ContentType="application/vnd.openxmlformats-officedocument.theme+xml" PartName="/ppt/theme/theme3.xml"/>
  <Override ContentType="application/vnd.openxmlformats-officedocument.theme+xml" PartName="/ppt/theme/theme11.xml"/>
  <Override ContentType="application/vnd.openxmlformats-officedocument.theme+xml" PartName="/ppt/theme/theme5.xml"/>
  <Override ContentType="application/vnd.openxmlformats-officedocument.theme+xml" PartName="/ppt/theme/theme15.xml"/>
  <Override ContentType="application/vnd.openxmlformats-officedocument.theme+xml" PartName="/ppt/theme/theme9.xml"/>
  <Override ContentType="application/vnd.openxmlformats-officedocument.theme+xml" PartName="/ppt/theme/theme13.xml"/>
  <Override ContentType="application/vnd.openxmlformats-officedocument.theme+xml" PartName="/ppt/theme/theme7.xml"/>
  <Override ContentType="application/vnd.openxmlformats-officedocument.theme+xml" PartName="/ppt/theme/theme2.xml"/>
  <Override ContentType="application/vnd.openxmlformats-officedocument.theme+xml" PartName="/ppt/theme/theme4.xml"/>
  <Override ContentType="application/vnd.openxmlformats-officedocument.theme+xml" PartName="/ppt/theme/theme8.xml"/>
  <Override ContentType="application/vnd.openxmlformats-officedocument.theme+xml" PartName="/ppt/theme/theme10.xml"/>
  <Override ContentType="application/vnd.openxmlformats-officedocument.theme+xml" PartName="/ppt/theme/theme16.xml"/>
  <Override ContentType="application/vnd.openxmlformats-officedocument.theme+xml" PartName="/ppt/theme/theme1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5"/>
    <p:sldMasterId id="2147483663" r:id="rId6"/>
    <p:sldMasterId id="2147483664" r:id="rId7"/>
    <p:sldMasterId id="2147483665" r:id="rId8"/>
    <p:sldMasterId id="2147483666" r:id="rId9"/>
    <p:sldMasterId id="2147483667" r:id="rId10"/>
    <p:sldMasterId id="2147483668" r:id="rId11"/>
    <p:sldMasterId id="2147483669" r:id="rId12"/>
    <p:sldMasterId id="2147483670" r:id="rId13"/>
    <p:sldMasterId id="2147483671" r:id="rId14"/>
    <p:sldMasterId id="2147483672" r:id="rId15"/>
    <p:sldMasterId id="2147483673" r:id="rId16"/>
    <p:sldMasterId id="2147483674" r:id="rId17"/>
    <p:sldMasterId id="2147483675" r:id="rId18"/>
    <p:sldMasterId id="2147483676" r:id="rId19"/>
  </p:sldMasterIdLst>
  <p:notesMasterIdLst>
    <p:notesMasterId r:id="rId20"/>
  </p:notesMasterIdLst>
  <p:sldIdLst>
    <p:sldId id="256" r:id="rId21"/>
    <p:sldId id="257" r:id="rId22"/>
    <p:sldId id="258" r:id="rId23"/>
    <p:sldId id="259" r:id="rId24"/>
    <p:sldId id="260" r:id="rId25"/>
    <p:sldId id="261" r:id="rId26"/>
    <p:sldId id="262" r:id="rId27"/>
    <p:sldId id="263" r:id="rId28"/>
    <p:sldId id="264" r:id="rId29"/>
    <p:sldId id="265" r:id="rId30"/>
    <p:sldId id="266" r:id="rId31"/>
    <p:sldId id="267" r:id="rId32"/>
    <p:sldId id="268" r:id="rId33"/>
    <p:sldId id="269" r:id="rId34"/>
    <p:sldId id="270" r:id="rId35"/>
    <p:sldId id="271" r:id="rId36"/>
    <p:sldId id="272" r:id="rId37"/>
    <p:sldId id="273" r:id="rId38"/>
    <p:sldId id="274" r:id="rId39"/>
    <p:sldId id="275" r:id="rId40"/>
    <p:sldId id="276" r:id="rId41"/>
    <p:sldId id="277" r:id="rId42"/>
    <p:sldId id="278" r:id="rId43"/>
    <p:sldId id="279" r:id="rId44"/>
    <p:sldId id="280" r:id="rId45"/>
    <p:sldId id="281" r:id="rId46"/>
    <p:sldId id="282" r:id="rId47"/>
    <p:sldId id="283" r:id="rId48"/>
    <p:sldId id="284" r:id="rId49"/>
    <p:sldId id="285" r:id="rId50"/>
    <p:sldId id="286" r:id="rId51"/>
    <p:sldId id="287" r:id="rId52"/>
    <p:sldId id="288" r:id="rId53"/>
    <p:sldId id="289" r:id="rId54"/>
    <p:sldId id="290" r:id="rId55"/>
    <p:sldId id="291" r:id="rId56"/>
  </p:sldIdLst>
  <p:sldSz cy="6858000" cx="9144000"/>
  <p:notesSz cx="6858000" cy="9144000"/>
  <p:embeddedFontLst>
    <p:embeddedFont>
      <p:font typeface="Garamond"/>
      <p:regular r:id="rId57"/>
      <p:bold r:id="rId58"/>
      <p:italic r:id="rId59"/>
      <p:boldItalic r:id="rId60"/>
    </p:embeddedFont>
    <p:embeddedFont>
      <p:font typeface="Tahoma"/>
      <p:regular r:id="rId61"/>
      <p:bold r:id="rId62"/>
    </p:embeddedFont>
    <p:embeddedFont>
      <p:font typeface="Book Antiqua"/>
      <p:regular r:id="rId63"/>
      <p:bold r:id="rId64"/>
      <p:italic r:id="rId65"/>
      <p:boldItalic r:id="rId6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693048F-3E89-4565-991C-EF6B4E1F5604}">
  <a:tblStyle styleId="{2693048F-3E89-4565-991C-EF6B4E1F560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20.xml"/><Relationship Id="rId42" Type="http://schemas.openxmlformats.org/officeDocument/2006/relationships/slide" Target="slides/slide22.xml"/><Relationship Id="rId41" Type="http://schemas.openxmlformats.org/officeDocument/2006/relationships/slide" Target="slides/slide21.xml"/><Relationship Id="rId44" Type="http://schemas.openxmlformats.org/officeDocument/2006/relationships/slide" Target="slides/slide24.xml"/><Relationship Id="rId43" Type="http://schemas.openxmlformats.org/officeDocument/2006/relationships/slide" Target="slides/slide23.xml"/><Relationship Id="rId46" Type="http://schemas.openxmlformats.org/officeDocument/2006/relationships/slide" Target="slides/slide26.xml"/><Relationship Id="rId45" Type="http://schemas.openxmlformats.org/officeDocument/2006/relationships/slide" Target="slides/slide25.xml"/><Relationship Id="rId1" Type="http://schemas.openxmlformats.org/officeDocument/2006/relationships/theme" Target="theme/theme10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Master" Target="slideMasters/slideMaster5.xml"/><Relationship Id="rId48" Type="http://schemas.openxmlformats.org/officeDocument/2006/relationships/slide" Target="slides/slide28.xml"/><Relationship Id="rId47" Type="http://schemas.openxmlformats.org/officeDocument/2006/relationships/slide" Target="slides/slide27.xml"/><Relationship Id="rId49" Type="http://schemas.openxmlformats.org/officeDocument/2006/relationships/slide" Target="slides/slide29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31" Type="http://schemas.openxmlformats.org/officeDocument/2006/relationships/slide" Target="slides/slide11.xml"/><Relationship Id="rId30" Type="http://schemas.openxmlformats.org/officeDocument/2006/relationships/slide" Target="slides/slide10.xml"/><Relationship Id="rId33" Type="http://schemas.openxmlformats.org/officeDocument/2006/relationships/slide" Target="slides/slide13.xml"/><Relationship Id="rId32" Type="http://schemas.openxmlformats.org/officeDocument/2006/relationships/slide" Target="slides/slide12.xml"/><Relationship Id="rId35" Type="http://schemas.openxmlformats.org/officeDocument/2006/relationships/slide" Target="slides/slide15.xml"/><Relationship Id="rId34" Type="http://schemas.openxmlformats.org/officeDocument/2006/relationships/slide" Target="slides/slide14.xml"/><Relationship Id="rId37" Type="http://schemas.openxmlformats.org/officeDocument/2006/relationships/slide" Target="slides/slide17.xml"/><Relationship Id="rId36" Type="http://schemas.openxmlformats.org/officeDocument/2006/relationships/slide" Target="slides/slide16.xml"/><Relationship Id="rId39" Type="http://schemas.openxmlformats.org/officeDocument/2006/relationships/slide" Target="slides/slide19.xml"/><Relationship Id="rId38" Type="http://schemas.openxmlformats.org/officeDocument/2006/relationships/slide" Target="slides/slide18.xml"/><Relationship Id="rId62" Type="http://schemas.openxmlformats.org/officeDocument/2006/relationships/font" Target="fonts/Tahoma-bold.fntdata"/><Relationship Id="rId61" Type="http://schemas.openxmlformats.org/officeDocument/2006/relationships/font" Target="fonts/Tahoma-regular.fntdata"/><Relationship Id="rId20" Type="http://schemas.openxmlformats.org/officeDocument/2006/relationships/notesMaster" Target="notesMasters/notesMaster1.xml"/><Relationship Id="rId64" Type="http://schemas.openxmlformats.org/officeDocument/2006/relationships/font" Target="fonts/BookAntiqua-bold.fntdata"/><Relationship Id="rId63" Type="http://schemas.openxmlformats.org/officeDocument/2006/relationships/font" Target="fonts/BookAntiqua-regular.fntdata"/><Relationship Id="rId22" Type="http://schemas.openxmlformats.org/officeDocument/2006/relationships/slide" Target="slides/slide2.xml"/><Relationship Id="rId66" Type="http://schemas.openxmlformats.org/officeDocument/2006/relationships/font" Target="fonts/BookAntiqua-boldItalic.fntdata"/><Relationship Id="rId21" Type="http://schemas.openxmlformats.org/officeDocument/2006/relationships/slide" Target="slides/slide1.xml"/><Relationship Id="rId65" Type="http://schemas.openxmlformats.org/officeDocument/2006/relationships/font" Target="fonts/BookAntiqua-italic.fntdata"/><Relationship Id="rId24" Type="http://schemas.openxmlformats.org/officeDocument/2006/relationships/slide" Target="slides/slide4.xml"/><Relationship Id="rId23" Type="http://schemas.openxmlformats.org/officeDocument/2006/relationships/slide" Target="slides/slide3.xml"/><Relationship Id="rId60" Type="http://schemas.openxmlformats.org/officeDocument/2006/relationships/font" Target="fonts/Garamond-boldItalic.fntdata"/><Relationship Id="rId26" Type="http://schemas.openxmlformats.org/officeDocument/2006/relationships/slide" Target="slides/slide6.xml"/><Relationship Id="rId25" Type="http://schemas.openxmlformats.org/officeDocument/2006/relationships/slide" Target="slides/slide5.xml"/><Relationship Id="rId28" Type="http://schemas.openxmlformats.org/officeDocument/2006/relationships/slide" Target="slides/slide8.xml"/><Relationship Id="rId27" Type="http://schemas.openxmlformats.org/officeDocument/2006/relationships/slide" Target="slides/slide7.xml"/><Relationship Id="rId29" Type="http://schemas.openxmlformats.org/officeDocument/2006/relationships/slide" Target="slides/slide9.xml"/><Relationship Id="rId51" Type="http://schemas.openxmlformats.org/officeDocument/2006/relationships/slide" Target="slides/slide31.xml"/><Relationship Id="rId50" Type="http://schemas.openxmlformats.org/officeDocument/2006/relationships/slide" Target="slides/slide30.xml"/><Relationship Id="rId53" Type="http://schemas.openxmlformats.org/officeDocument/2006/relationships/slide" Target="slides/slide33.xml"/><Relationship Id="rId52" Type="http://schemas.openxmlformats.org/officeDocument/2006/relationships/slide" Target="slides/slide32.xml"/><Relationship Id="rId11" Type="http://schemas.openxmlformats.org/officeDocument/2006/relationships/slideMaster" Target="slideMasters/slideMaster7.xml"/><Relationship Id="rId55" Type="http://schemas.openxmlformats.org/officeDocument/2006/relationships/slide" Target="slides/slide35.xml"/><Relationship Id="rId10" Type="http://schemas.openxmlformats.org/officeDocument/2006/relationships/slideMaster" Target="slideMasters/slideMaster6.xml"/><Relationship Id="rId54" Type="http://schemas.openxmlformats.org/officeDocument/2006/relationships/slide" Target="slides/slide34.xml"/><Relationship Id="rId13" Type="http://schemas.openxmlformats.org/officeDocument/2006/relationships/slideMaster" Target="slideMasters/slideMaster9.xml"/><Relationship Id="rId57" Type="http://schemas.openxmlformats.org/officeDocument/2006/relationships/font" Target="fonts/Garamond-regular.fntdata"/><Relationship Id="rId12" Type="http://schemas.openxmlformats.org/officeDocument/2006/relationships/slideMaster" Target="slideMasters/slideMaster8.xml"/><Relationship Id="rId56" Type="http://schemas.openxmlformats.org/officeDocument/2006/relationships/slide" Target="slides/slide36.xml"/><Relationship Id="rId15" Type="http://schemas.openxmlformats.org/officeDocument/2006/relationships/slideMaster" Target="slideMasters/slideMaster11.xml"/><Relationship Id="rId59" Type="http://schemas.openxmlformats.org/officeDocument/2006/relationships/font" Target="fonts/Garamond-italic.fntdata"/><Relationship Id="rId14" Type="http://schemas.openxmlformats.org/officeDocument/2006/relationships/slideMaster" Target="slideMasters/slideMaster10.xml"/><Relationship Id="rId58" Type="http://schemas.openxmlformats.org/officeDocument/2006/relationships/font" Target="fonts/Garamond-bold.fntdata"/><Relationship Id="rId17" Type="http://schemas.openxmlformats.org/officeDocument/2006/relationships/slideMaster" Target="slideMasters/slideMaster13.xml"/><Relationship Id="rId16" Type="http://schemas.openxmlformats.org/officeDocument/2006/relationships/slideMaster" Target="slideMasters/slideMaster12.xml"/><Relationship Id="rId19" Type="http://schemas.openxmlformats.org/officeDocument/2006/relationships/slideMaster" Target="slideMasters/slideMaster15.xml"/><Relationship Id="rId18" Type="http://schemas.openxmlformats.org/officeDocument/2006/relationships/slideMaster" Target="slideMasters/slideMaster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31" name="Google Shape;231;p4:notes"/>
          <p:cNvSpPr txBox="1"/>
          <p:nvPr/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" name="Google Shape;232;p4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9025" spcFirstLastPara="1" rIns="19025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</a:pPr>
            <a:r>
              <a:rPr b="0" i="1" lang="en-US" sz="1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233" name="Google Shape;233;p4:notes"/>
          <p:cNvSpPr txBox="1"/>
          <p:nvPr/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" name="Google Shape;234;p4:notes"/>
          <p:cNvSpPr txBox="1"/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" name="Google Shape;235;p4:notes"/>
          <p:cNvSpPr/>
          <p:nvPr>
            <p:ph idx="2" type="sldImg"/>
          </p:nvPr>
        </p:nvSpPr>
        <p:spPr>
          <a:xfrm>
            <a:off x="1149350" y="692150"/>
            <a:ext cx="4556125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36" name="Google Shape;2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50" spcFirstLastPara="1" rIns="92050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44" name="Google Shape;244;p5:notes"/>
          <p:cNvSpPr txBox="1"/>
          <p:nvPr/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5" name="Google Shape;245;p5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9025" spcFirstLastPara="1" rIns="19025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</a:pPr>
            <a:r>
              <a:rPr b="0" i="1" lang="en-US" sz="1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/>
          </a:p>
        </p:txBody>
      </p:sp>
      <p:sp>
        <p:nvSpPr>
          <p:cNvPr id="246" name="Google Shape;246;p5:notes"/>
          <p:cNvSpPr txBox="1"/>
          <p:nvPr/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7" name="Google Shape;247;p5:notes"/>
          <p:cNvSpPr txBox="1"/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" name="Google Shape;248;p5:notes"/>
          <p:cNvSpPr/>
          <p:nvPr>
            <p:ph idx="2" type="sldImg"/>
          </p:nvPr>
        </p:nvSpPr>
        <p:spPr>
          <a:xfrm>
            <a:off x="1149350" y="692150"/>
            <a:ext cx="4556125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49" name="Google Shape;24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50" spcFirstLastPara="1" rIns="92050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8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71" name="Google Shape;271;p8:notes"/>
          <p:cNvSpPr txBox="1"/>
          <p:nvPr/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2" name="Google Shape;272;p8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9025" spcFirstLastPara="1" rIns="19025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</a:pPr>
            <a:r>
              <a:rPr b="0" i="1" lang="en-US" sz="1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sp>
        <p:nvSpPr>
          <p:cNvPr id="273" name="Google Shape;273;p8:notes"/>
          <p:cNvSpPr txBox="1"/>
          <p:nvPr/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4" name="Google Shape;274;p8:notes"/>
          <p:cNvSpPr txBox="1"/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" name="Google Shape;275;p8:notes"/>
          <p:cNvSpPr/>
          <p:nvPr>
            <p:ph idx="2" type="sldImg"/>
          </p:nvPr>
        </p:nvSpPr>
        <p:spPr>
          <a:xfrm>
            <a:off x="1149350" y="692150"/>
            <a:ext cx="4556125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76" name="Google Shape;27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50" spcFirstLastPara="1" rIns="92050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51" name="Google Shape;351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2" name="Google Shape;35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8" name="Google Shape;39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5" name="Google Shape;40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3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2" name="Google Shape;41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24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2895" lvl="0" marL="4572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1pPr>
            <a:lvl2pPr indent="-297180" lvl="1" marL="91440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❑"/>
              <a:defRPr/>
            </a:lvl4pPr>
            <a:lvl5pPr indent="-314325" lvl="4" marL="22860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 type="tbl">
  <p:cSld name="TABLE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/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1-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ctrTitle"/>
          </p:nvPr>
        </p:nvSpPr>
        <p:spPr>
          <a:xfrm>
            <a:off x="914400" y="1524000"/>
            <a:ext cx="7623175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5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subTitle"/>
          </p:nvPr>
        </p:nvSpPr>
        <p:spPr>
          <a:xfrm>
            <a:off x="1981200" y="3962400"/>
            <a:ext cx="65532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560"/>
              </a:spcBef>
              <a:spcAft>
                <a:spcPts val="0"/>
              </a:spcAft>
              <a:buSzPts val="1820"/>
              <a:buFont typeface="Noto Sans Symbols"/>
              <a:buNone/>
              <a:defRPr sz="2800"/>
            </a:lvl1pPr>
            <a:lvl2pPr lvl="1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260"/>
              <a:buChar char="❑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3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08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04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9pPr>
          </a:lstStyle>
          <a:p/>
        </p:txBody>
      </p:sp>
      <p:sp>
        <p:nvSpPr>
          <p:cNvPr id="73" name="Google Shape;73;p11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1" type="body"/>
          </p:nvPr>
        </p:nvSpPr>
        <p:spPr>
          <a:xfrm>
            <a:off x="457200" y="1600200"/>
            <a:ext cx="4038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4170" lvl="0" marL="457200" algn="l">
              <a:spcBef>
                <a:spcPts val="560"/>
              </a:spcBef>
              <a:spcAft>
                <a:spcPts val="0"/>
              </a:spcAft>
              <a:buSzPts val="1820"/>
              <a:buChar char="■"/>
              <a:defRPr sz="2800"/>
            </a:lvl1pPr>
            <a:lvl2pPr indent="-320040" lvl="1" marL="914400" algn="l">
              <a:spcBef>
                <a:spcPts val="480"/>
              </a:spcBef>
              <a:spcAft>
                <a:spcPts val="0"/>
              </a:spcAft>
              <a:buSzPts val="1440"/>
              <a:buChar char="❑"/>
              <a:defRPr sz="2400"/>
            </a:lvl2pPr>
            <a:lvl3pPr indent="-311150" lvl="2" marL="1371600" algn="l"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2000"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❑"/>
              <a:defRPr sz="1800"/>
            </a:lvl4pPr>
            <a:lvl5pPr indent="-314325" lvl="4" marL="22860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9pPr>
          </a:lstStyle>
          <a:p/>
        </p:txBody>
      </p:sp>
      <p:sp>
        <p:nvSpPr>
          <p:cNvPr id="88" name="Google Shape;88;p13"/>
          <p:cNvSpPr txBox="1"/>
          <p:nvPr>
            <p:ph idx="2" type="body"/>
          </p:nvPr>
        </p:nvSpPr>
        <p:spPr>
          <a:xfrm>
            <a:off x="4648200" y="1600200"/>
            <a:ext cx="4038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4170" lvl="0" marL="457200" algn="l">
              <a:spcBef>
                <a:spcPts val="560"/>
              </a:spcBef>
              <a:spcAft>
                <a:spcPts val="0"/>
              </a:spcAft>
              <a:buSzPts val="1820"/>
              <a:buChar char="■"/>
              <a:defRPr sz="2800"/>
            </a:lvl1pPr>
            <a:lvl2pPr indent="-320040" lvl="1" marL="914400" algn="l">
              <a:spcBef>
                <a:spcPts val="480"/>
              </a:spcBef>
              <a:spcAft>
                <a:spcPts val="0"/>
              </a:spcAft>
              <a:buSzPts val="1440"/>
              <a:buChar char="❑"/>
              <a:defRPr sz="2400"/>
            </a:lvl2pPr>
            <a:lvl3pPr indent="-311150" lvl="2" marL="1371600" algn="l"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2000"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❑"/>
              <a:defRPr sz="1800"/>
            </a:lvl4pPr>
            <a:lvl5pPr indent="-314325" lvl="4" marL="22860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9pPr>
          </a:lstStyle>
          <a:p/>
        </p:txBody>
      </p:sp>
      <p:sp>
        <p:nvSpPr>
          <p:cNvPr id="89" name="Google Shape;89;p13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3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56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2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17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9pPr>
          </a:lstStyle>
          <a:p/>
        </p:txBody>
      </p:sp>
      <p:sp>
        <p:nvSpPr>
          <p:cNvPr id="104" name="Google Shape;104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7660" lvl="0" marL="457200" algn="l">
              <a:spcBef>
                <a:spcPts val="480"/>
              </a:spcBef>
              <a:spcAft>
                <a:spcPts val="0"/>
              </a:spcAft>
              <a:buSzPts val="1560"/>
              <a:buChar char="■"/>
              <a:defRPr sz="2400"/>
            </a:lvl1pPr>
            <a:lvl2pPr indent="-304800" lvl="1" marL="914400" algn="l">
              <a:spcBef>
                <a:spcPts val="400"/>
              </a:spcBef>
              <a:spcAft>
                <a:spcPts val="0"/>
              </a:spcAft>
              <a:buSzPts val="1200"/>
              <a:buChar char="❑"/>
              <a:defRPr sz="2000"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3pPr>
            <a:lvl4pPr indent="-299719" lvl="3" marL="1828800" algn="l">
              <a:spcBef>
                <a:spcPts val="320"/>
              </a:spcBef>
              <a:spcAft>
                <a:spcPts val="0"/>
              </a:spcAft>
              <a:buSzPts val="1120"/>
              <a:buChar char="❑"/>
              <a:defRPr sz="1600"/>
            </a:lvl4pPr>
            <a:lvl5pPr indent="-304800" lvl="4" marL="2286000" algn="l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5pPr>
            <a:lvl6pPr indent="-304800" lvl="5" marL="2743200" algn="l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6pPr>
            <a:lvl7pPr indent="-304800" lvl="6" marL="3200400" algn="l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7pPr>
            <a:lvl8pPr indent="-304800" lvl="7" marL="3657600" algn="l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8pPr>
            <a:lvl9pPr indent="-304800" lvl="8" marL="4114800" algn="l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9pPr>
          </a:lstStyle>
          <a:p/>
        </p:txBody>
      </p:sp>
      <p:sp>
        <p:nvSpPr>
          <p:cNvPr id="105" name="Google Shape;105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56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2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17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9pPr>
          </a:lstStyle>
          <a:p/>
        </p:txBody>
      </p:sp>
      <p:sp>
        <p:nvSpPr>
          <p:cNvPr id="106" name="Google Shape;106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7660" lvl="0" marL="457200" algn="l">
              <a:spcBef>
                <a:spcPts val="480"/>
              </a:spcBef>
              <a:spcAft>
                <a:spcPts val="0"/>
              </a:spcAft>
              <a:buSzPts val="1560"/>
              <a:buChar char="■"/>
              <a:defRPr sz="2400"/>
            </a:lvl1pPr>
            <a:lvl2pPr indent="-304800" lvl="1" marL="914400" algn="l">
              <a:spcBef>
                <a:spcPts val="400"/>
              </a:spcBef>
              <a:spcAft>
                <a:spcPts val="0"/>
              </a:spcAft>
              <a:buSzPts val="1200"/>
              <a:buChar char="❑"/>
              <a:defRPr sz="2000"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3pPr>
            <a:lvl4pPr indent="-299719" lvl="3" marL="1828800" algn="l">
              <a:spcBef>
                <a:spcPts val="320"/>
              </a:spcBef>
              <a:spcAft>
                <a:spcPts val="0"/>
              </a:spcAft>
              <a:buSzPts val="1120"/>
              <a:buChar char="❑"/>
              <a:defRPr sz="1600"/>
            </a:lvl4pPr>
            <a:lvl5pPr indent="-304800" lvl="4" marL="2286000" algn="l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5pPr>
            <a:lvl6pPr indent="-304800" lvl="5" marL="2743200" algn="l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6pPr>
            <a:lvl7pPr indent="-304800" lvl="6" marL="3200400" algn="l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7pPr>
            <a:lvl8pPr indent="-304800" lvl="7" marL="3657600" algn="l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8pPr>
            <a:lvl9pPr indent="-304800" lvl="8" marL="4114800" algn="l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9pPr>
          </a:lstStyle>
          <a:p/>
        </p:txBody>
      </p:sp>
      <p:sp>
        <p:nvSpPr>
          <p:cNvPr id="107" name="Google Shape;107;p15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5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5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7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7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7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0680" lvl="0" marL="457200" algn="l">
              <a:spcBef>
                <a:spcPts val="640"/>
              </a:spcBef>
              <a:spcAft>
                <a:spcPts val="0"/>
              </a:spcAft>
              <a:buSzPts val="2080"/>
              <a:buChar char="■"/>
              <a:defRPr sz="3200"/>
            </a:lvl1pPr>
            <a:lvl2pPr indent="-335280" lvl="1" marL="91440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2pPr>
            <a:lvl3pPr indent="-327660" lvl="2" marL="1371600" algn="l">
              <a:spcBef>
                <a:spcPts val="480"/>
              </a:spcBef>
              <a:spcAft>
                <a:spcPts val="0"/>
              </a:spcAft>
              <a:buSzPts val="1560"/>
              <a:buChar char="■"/>
              <a:defRPr sz="2400"/>
            </a:lvl3pPr>
            <a:lvl4pPr indent="-317500" lvl="3" marL="1828800" algn="l">
              <a:spcBef>
                <a:spcPts val="400"/>
              </a:spcBef>
              <a:spcAft>
                <a:spcPts val="0"/>
              </a:spcAft>
              <a:buSzPts val="1400"/>
              <a:buChar char="❑"/>
              <a:defRPr sz="2000"/>
            </a:lvl4pPr>
            <a:lvl5pPr indent="-323850" lvl="4" marL="2286000" algn="l">
              <a:spcBef>
                <a:spcPts val="400"/>
              </a:spcBef>
              <a:spcAft>
                <a:spcPts val="0"/>
              </a:spcAft>
              <a:buSzPts val="1500"/>
              <a:buChar char="▪"/>
              <a:defRPr sz="2000"/>
            </a:lvl5pPr>
            <a:lvl6pPr indent="-323850" lvl="5" marL="2743200" algn="l">
              <a:spcBef>
                <a:spcPts val="400"/>
              </a:spcBef>
              <a:spcAft>
                <a:spcPts val="0"/>
              </a:spcAft>
              <a:buSzPts val="1500"/>
              <a:buChar char="▪"/>
              <a:defRPr sz="2000"/>
            </a:lvl6pPr>
            <a:lvl7pPr indent="-323850" lvl="6" marL="3200400" algn="l">
              <a:spcBef>
                <a:spcPts val="400"/>
              </a:spcBef>
              <a:spcAft>
                <a:spcPts val="0"/>
              </a:spcAft>
              <a:buSzPts val="1500"/>
              <a:buChar char="▪"/>
              <a:defRPr sz="2000"/>
            </a:lvl7pPr>
            <a:lvl8pPr indent="-323850" lvl="7" marL="3657600" algn="l">
              <a:spcBef>
                <a:spcPts val="400"/>
              </a:spcBef>
              <a:spcAft>
                <a:spcPts val="0"/>
              </a:spcAft>
              <a:buSzPts val="1500"/>
              <a:buChar char="▪"/>
              <a:defRPr sz="2000"/>
            </a:lvl8pPr>
            <a:lvl9pPr indent="-323850" lvl="8" marL="4114800" algn="l">
              <a:spcBef>
                <a:spcPts val="400"/>
              </a:spcBef>
              <a:spcAft>
                <a:spcPts val="0"/>
              </a:spcAft>
              <a:buSzPts val="1500"/>
              <a:buChar char="▪"/>
              <a:defRPr sz="2000"/>
            </a:lvl9pPr>
          </a:lstStyle>
          <a:p/>
        </p:txBody>
      </p:sp>
      <p:sp>
        <p:nvSpPr>
          <p:cNvPr id="136" name="Google Shape;136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72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65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9pPr>
          </a:lstStyle>
          <a:p/>
        </p:txBody>
      </p:sp>
      <p:sp>
        <p:nvSpPr>
          <p:cNvPr id="137" name="Google Shape;137;p19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9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19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72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65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9pPr>
          </a:lstStyle>
          <a:p/>
        </p:txBody>
      </p:sp>
      <p:sp>
        <p:nvSpPr>
          <p:cNvPr id="153" name="Google Shape;153;p21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1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21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3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23"/>
          <p:cNvSpPr txBox="1"/>
          <p:nvPr>
            <p:ph idx="1" type="body"/>
          </p:nvPr>
        </p:nvSpPr>
        <p:spPr>
          <a:xfrm rot="5400000">
            <a:off x="2306638" y="-249237"/>
            <a:ext cx="4530725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2895" lvl="0" marL="4572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1pPr>
            <a:lvl2pPr indent="-297180" lvl="1" marL="91440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❑"/>
              <a:defRPr/>
            </a:lvl4pPr>
            <a:lvl5pPr indent="-314325" lvl="4" marL="22860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9pPr>
          </a:lstStyle>
          <a:p/>
        </p:txBody>
      </p:sp>
      <p:sp>
        <p:nvSpPr>
          <p:cNvPr id="168" name="Google Shape;168;p23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23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23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5"/>
          <p:cNvSpPr txBox="1"/>
          <p:nvPr>
            <p:ph type="title"/>
          </p:nvPr>
        </p:nvSpPr>
        <p:spPr>
          <a:xfrm rot="5400000">
            <a:off x="4731544" y="2175669"/>
            <a:ext cx="5853112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25"/>
          <p:cNvSpPr txBox="1"/>
          <p:nvPr>
            <p:ph idx="1" type="body"/>
          </p:nvPr>
        </p:nvSpPr>
        <p:spPr>
          <a:xfrm rot="5400000">
            <a:off x="540544" y="194469"/>
            <a:ext cx="5853112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2895" lvl="0" marL="4572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1pPr>
            <a:lvl2pPr indent="-297180" lvl="1" marL="91440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❑"/>
              <a:defRPr/>
            </a:lvl4pPr>
            <a:lvl5pPr indent="-314325" lvl="4" marL="22860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9pPr>
          </a:lstStyle>
          <a:p/>
        </p:txBody>
      </p:sp>
      <p:sp>
        <p:nvSpPr>
          <p:cNvPr id="183" name="Google Shape;183;p25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25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25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 type="objOnly">
  <p:cSld name="OBJECT_ONLY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7"/>
          <p:cNvSpPr txBox="1"/>
          <p:nvPr>
            <p:ph idx="1" type="body"/>
          </p:nvPr>
        </p:nvSpPr>
        <p:spPr>
          <a:xfrm>
            <a:off x="457200" y="277813"/>
            <a:ext cx="8229600" cy="5853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2895" lvl="0" marL="4572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1pPr>
            <a:lvl2pPr indent="-297180" lvl="1" marL="91440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❑"/>
              <a:defRPr/>
            </a:lvl4pPr>
            <a:lvl5pPr indent="-314325" lvl="4" marL="22860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9pPr>
          </a:lstStyle>
          <a:p/>
        </p:txBody>
      </p:sp>
      <p:sp>
        <p:nvSpPr>
          <p:cNvPr id="197" name="Google Shape;197;p27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27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27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and Clip Art" type="txAndClipArt">
  <p:cSld name="TEXT_AND_CLIPART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9"/>
          <p:cNvSpPr txBox="1"/>
          <p:nvPr>
            <p:ph type="title"/>
          </p:nvPr>
        </p:nvSpPr>
        <p:spPr>
          <a:xfrm>
            <a:off x="1295400" y="0"/>
            <a:ext cx="716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29"/>
          <p:cNvSpPr txBox="1"/>
          <p:nvPr>
            <p:ph idx="1" type="body"/>
          </p:nvPr>
        </p:nvSpPr>
        <p:spPr>
          <a:xfrm>
            <a:off x="685800" y="1447800"/>
            <a:ext cx="38100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2895" lvl="0" marL="4572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1pPr>
            <a:lvl2pPr indent="-297180" lvl="1" marL="91440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❑"/>
              <a:defRPr/>
            </a:lvl4pPr>
            <a:lvl5pPr indent="-314325" lvl="4" marL="22860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9pPr>
          </a:lstStyle>
          <a:p/>
        </p:txBody>
      </p:sp>
      <p:sp>
        <p:nvSpPr>
          <p:cNvPr id="210" name="Google Shape;210;p29"/>
          <p:cNvSpPr/>
          <p:nvPr>
            <p:ph idx="2" type="clipArt"/>
          </p:nvPr>
        </p:nvSpPr>
        <p:spPr>
          <a:xfrm>
            <a:off x="4648200" y="1447800"/>
            <a:ext cx="3810000" cy="5105400"/>
          </a:xfrm>
          <a:prstGeom prst="rect">
            <a:avLst/>
          </a:prstGeom>
          <a:noFill/>
          <a:ln>
            <a:noFill/>
          </a:ln>
        </p:spPr>
      </p:sp>
      <p:sp>
        <p:nvSpPr>
          <p:cNvPr id="211" name="Google Shape;211;p29"/>
          <p:cNvSpPr txBox="1"/>
          <p:nvPr>
            <p:ph idx="12" type="sldNum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0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7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13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15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14.xml"/></Relationships>
</file>

<file path=ppt/slideMasters/_rels/slideMaster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8.xml"/></Relationships>
</file>

<file path=ppt/slideMasters/_rels/slideMaster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heme" Target="../theme/theme16.xml"/></Relationships>
</file>

<file path=ppt/slideMasters/_rels/slideMaster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theme" Target="../theme/theme9.xml"/></Relationships>
</file>

<file path=ppt/slideMasters/_rels/slideMaster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theme" Target="../theme/theme2.xml"/></Relationships>
</file>

<file path=ppt/slideMasters/_rels/slideMaster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theme" Target="../theme/theme3.xml"/></Relationships>
</file>

<file path=ppt/slideMasters/_rels/slideMaster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heme" Target="../theme/theme12.xml"/></Relationships>
</file>

<file path=ppt/slideMasters/_rels/slideMaster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4.xml"/></Relationships>
</file>

<file path=ppt/slideMasters/_rels/slideMaster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5.xml"/></Relationships>
</file>

<file path=ppt/slideMasters/_rels/slideMaster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381000" y="228600"/>
            <a:ext cx="8229600" cy="609600"/>
          </a:xfrm>
          <a:custGeom>
            <a:rect b="b" l="l" r="r" t="t"/>
            <a:pathLst>
              <a:path extrusionOk="0" h="1000" w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miter lim="524288"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" name="Google Shape;11;p1"/>
          <p:cNvCxnSpPr/>
          <p:nvPr/>
        </p:nvCxnSpPr>
        <p:spPr>
          <a:xfrm>
            <a:off x="457200" y="6172200"/>
            <a:ext cx="82296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2" name="Google Shape;12;p1"/>
          <p:cNvSpPr txBox="1"/>
          <p:nvPr/>
        </p:nvSpPr>
        <p:spPr>
          <a:xfrm>
            <a:off x="533400" y="6411912"/>
            <a:ext cx="830580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Md. Manowarul Islam, Dept. of CSE, JnU</a:t>
            </a:r>
            <a:endParaRPr/>
          </a:p>
        </p:txBody>
      </p:sp>
      <p:sp>
        <p:nvSpPr>
          <p:cNvPr id="13" name="Google Shape;13;p1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2425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766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9405" lvl="2" marL="1371600" marR="0" rtl="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❑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6" name="Google Shape;16;p1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7" name="Google Shape;17;p1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/>
          <p:nvPr/>
        </p:nvSpPr>
        <p:spPr>
          <a:xfrm>
            <a:off x="381000" y="228600"/>
            <a:ext cx="8229600" cy="609600"/>
          </a:xfrm>
          <a:custGeom>
            <a:rect b="b" l="l" r="r" t="t"/>
            <a:pathLst>
              <a:path extrusionOk="0" h="1000" w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miter lim="524288"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6" name="Google Shape;26;p3"/>
          <p:cNvCxnSpPr/>
          <p:nvPr/>
        </p:nvCxnSpPr>
        <p:spPr>
          <a:xfrm>
            <a:off x="457200" y="6172200"/>
            <a:ext cx="82296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7" name="Google Shape;27;p3"/>
          <p:cNvSpPr txBox="1"/>
          <p:nvPr/>
        </p:nvSpPr>
        <p:spPr>
          <a:xfrm>
            <a:off x="533400" y="6411912"/>
            <a:ext cx="830580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Md. Manowarul Islam, Dept. of CSE, JnU</a:t>
            </a:r>
            <a:endParaRPr/>
          </a:p>
        </p:txBody>
      </p:sp>
      <p:sp>
        <p:nvSpPr>
          <p:cNvPr id="28" name="Google Shape;28;p3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2425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766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9405" lvl="2" marL="1371600" marR="0" rtl="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❑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3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/>
          <p:nvPr/>
        </p:nvSpPr>
        <p:spPr>
          <a:xfrm>
            <a:off x="381000" y="228600"/>
            <a:ext cx="8229600" cy="609600"/>
          </a:xfrm>
          <a:custGeom>
            <a:rect b="b" l="l" r="r" t="t"/>
            <a:pathLst>
              <a:path extrusionOk="0" h="1000" w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miter lim="524288"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9" name="Google Shape;39;p5"/>
          <p:cNvCxnSpPr/>
          <p:nvPr/>
        </p:nvCxnSpPr>
        <p:spPr>
          <a:xfrm>
            <a:off x="457200" y="6172200"/>
            <a:ext cx="82296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40" name="Google Shape;40;p5"/>
          <p:cNvSpPr txBox="1"/>
          <p:nvPr/>
        </p:nvSpPr>
        <p:spPr>
          <a:xfrm>
            <a:off x="533400" y="6411912"/>
            <a:ext cx="830580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Md. Manowarul Islam, Dept. of CSE, JnU</a:t>
            </a:r>
            <a:endParaRPr/>
          </a:p>
        </p:txBody>
      </p:sp>
      <p:sp>
        <p:nvSpPr>
          <p:cNvPr id="41" name="Google Shape;41;p5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42" name="Google Shape;42;p5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2425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766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9405" lvl="2" marL="1371600" marR="0" rtl="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❑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5"/>
          <p:cNvSpPr txBox="1"/>
          <p:nvPr>
            <p:ph idx="12" type="sldNum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1- </a:t>
            </a: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49" name="Google Shape;49;p7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2425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766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9405" lvl="2" marL="1371600" marR="0" rtl="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❑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p7"/>
          <p:cNvSpPr/>
          <p:nvPr/>
        </p:nvSpPr>
        <p:spPr>
          <a:xfrm>
            <a:off x="381000" y="228600"/>
            <a:ext cx="8229600" cy="609600"/>
          </a:xfrm>
          <a:custGeom>
            <a:rect b="b" l="l" r="r" t="t"/>
            <a:pathLst>
              <a:path extrusionOk="0" h="1000" w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miter lim="524288"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1" name="Google Shape;51;p7"/>
          <p:cNvCxnSpPr/>
          <p:nvPr/>
        </p:nvCxnSpPr>
        <p:spPr>
          <a:xfrm>
            <a:off x="457200" y="6172200"/>
            <a:ext cx="82296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52" name="Google Shape;52;p7"/>
          <p:cNvSpPr txBox="1"/>
          <p:nvPr/>
        </p:nvSpPr>
        <p:spPr>
          <a:xfrm>
            <a:off x="533400" y="6411912"/>
            <a:ext cx="830580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Md. Manowarul Islam, Dept. of CSE, JnU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/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/>
          <p:nvPr/>
        </p:nvSpPr>
        <p:spPr>
          <a:xfrm>
            <a:off x="609600" y="1219200"/>
            <a:ext cx="7924800" cy="914400"/>
          </a:xfrm>
          <a:custGeom>
            <a:rect b="b" l="l" r="r" t="t"/>
            <a:pathLst>
              <a:path extrusionOk="0" h="1000" w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cap="flat" cmpd="sng" w="25400">
            <a:solidFill>
              <a:schemeClr val="accent1"/>
            </a:solidFill>
            <a:prstDash val="solid"/>
            <a:miter lim="524288"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5" name="Google Shape;55;p8"/>
          <p:cNvCxnSpPr/>
          <p:nvPr/>
        </p:nvCxnSpPr>
        <p:spPr>
          <a:xfrm>
            <a:off x="1981200" y="3962400"/>
            <a:ext cx="6511925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56" name="Google Shape;56;p8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57" name="Google Shape;57;p8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2425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766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9405" lvl="2" marL="1371600" marR="0" rtl="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❑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/>
          <p:nvPr/>
        </p:nvSpPr>
        <p:spPr>
          <a:xfrm>
            <a:off x="381000" y="228600"/>
            <a:ext cx="8229600" cy="609600"/>
          </a:xfrm>
          <a:custGeom>
            <a:rect b="b" l="l" r="r" t="t"/>
            <a:pathLst>
              <a:path extrusionOk="0" h="1000" w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miter lim="524288"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3" name="Google Shape;63;p10"/>
          <p:cNvCxnSpPr/>
          <p:nvPr/>
        </p:nvCxnSpPr>
        <p:spPr>
          <a:xfrm>
            <a:off x="457200" y="6172200"/>
            <a:ext cx="82296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64" name="Google Shape;64;p10"/>
          <p:cNvSpPr txBox="1"/>
          <p:nvPr/>
        </p:nvSpPr>
        <p:spPr>
          <a:xfrm>
            <a:off x="533400" y="6411912"/>
            <a:ext cx="830580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Md. Manowarul Islam, Dept. of CSE, JnU</a:t>
            </a:r>
            <a:endParaRPr/>
          </a:p>
        </p:txBody>
      </p:sp>
      <p:sp>
        <p:nvSpPr>
          <p:cNvPr id="65" name="Google Shape;65;p10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66" name="Google Shape;66;p10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2425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766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9405" lvl="2" marL="1371600" marR="0" rtl="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❑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/>
          <p:nvPr/>
        </p:nvSpPr>
        <p:spPr>
          <a:xfrm>
            <a:off x="381000" y="228600"/>
            <a:ext cx="8229600" cy="609600"/>
          </a:xfrm>
          <a:custGeom>
            <a:rect b="b" l="l" r="r" t="t"/>
            <a:pathLst>
              <a:path extrusionOk="0" h="1000" w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miter lim="524288"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8" name="Google Shape;78;p12"/>
          <p:cNvCxnSpPr/>
          <p:nvPr/>
        </p:nvCxnSpPr>
        <p:spPr>
          <a:xfrm>
            <a:off x="457200" y="6172200"/>
            <a:ext cx="82296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79" name="Google Shape;79;p12"/>
          <p:cNvSpPr txBox="1"/>
          <p:nvPr/>
        </p:nvSpPr>
        <p:spPr>
          <a:xfrm>
            <a:off x="533400" y="6411912"/>
            <a:ext cx="830580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Md. Manowarul Islam, Dept. of CSE, JnU</a:t>
            </a:r>
            <a:endParaRPr/>
          </a:p>
        </p:txBody>
      </p:sp>
      <p:sp>
        <p:nvSpPr>
          <p:cNvPr id="80" name="Google Shape;80;p12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81" name="Google Shape;81;p12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2425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766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9405" lvl="2" marL="1371600" marR="0" rtl="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❑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p12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3" name="Google Shape;83;p12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4" name="Google Shape;84;p12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381000" y="228600"/>
            <a:ext cx="8229600" cy="609600"/>
          </a:xfrm>
          <a:custGeom>
            <a:rect b="b" l="l" r="r" t="t"/>
            <a:pathLst>
              <a:path extrusionOk="0" h="1000" w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miter lim="524288"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4" name="Google Shape;94;p14"/>
          <p:cNvCxnSpPr/>
          <p:nvPr/>
        </p:nvCxnSpPr>
        <p:spPr>
          <a:xfrm>
            <a:off x="457200" y="6172200"/>
            <a:ext cx="82296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95" name="Google Shape;95;p14"/>
          <p:cNvSpPr txBox="1"/>
          <p:nvPr/>
        </p:nvSpPr>
        <p:spPr>
          <a:xfrm>
            <a:off x="533400" y="6411912"/>
            <a:ext cx="830580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Md. Manowarul Islam, Dept. of CSE, JnU</a:t>
            </a:r>
            <a:endParaRPr/>
          </a:p>
        </p:txBody>
      </p:sp>
      <p:sp>
        <p:nvSpPr>
          <p:cNvPr id="96" name="Google Shape;96;p14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97" name="Google Shape;97;p14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2425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766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9405" lvl="2" marL="1371600" marR="0" rtl="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❑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" name="Google Shape;98;p14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99" name="Google Shape;99;p14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00" name="Google Shape;100;p14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/>
          <p:nvPr/>
        </p:nvSpPr>
        <p:spPr>
          <a:xfrm>
            <a:off x="381000" y="228600"/>
            <a:ext cx="8229600" cy="609600"/>
          </a:xfrm>
          <a:custGeom>
            <a:rect b="b" l="l" r="r" t="t"/>
            <a:pathLst>
              <a:path extrusionOk="0" h="1000" w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miter lim="524288"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2" name="Google Shape;112;p16"/>
          <p:cNvCxnSpPr/>
          <p:nvPr/>
        </p:nvCxnSpPr>
        <p:spPr>
          <a:xfrm>
            <a:off x="457200" y="6172200"/>
            <a:ext cx="82296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13" name="Google Shape;113;p16"/>
          <p:cNvSpPr txBox="1"/>
          <p:nvPr/>
        </p:nvSpPr>
        <p:spPr>
          <a:xfrm>
            <a:off x="533400" y="6411912"/>
            <a:ext cx="830580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Md. Manowarul Islam, Dept. of CSE, JnU</a:t>
            </a:r>
            <a:endParaRPr/>
          </a:p>
        </p:txBody>
      </p:sp>
      <p:sp>
        <p:nvSpPr>
          <p:cNvPr id="114" name="Google Shape;114;p16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115" name="Google Shape;115;p16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2425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766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9405" lvl="2" marL="1371600" marR="0" rtl="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❑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6" name="Google Shape;116;p16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17" name="Google Shape;117;p16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18" name="Google Shape;118;p16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/>
          <p:nvPr/>
        </p:nvSpPr>
        <p:spPr>
          <a:xfrm>
            <a:off x="381000" y="228600"/>
            <a:ext cx="8229600" cy="609600"/>
          </a:xfrm>
          <a:custGeom>
            <a:rect b="b" l="l" r="r" t="t"/>
            <a:pathLst>
              <a:path extrusionOk="0" h="1000" w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miter lim="524288"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6" name="Google Shape;126;p18"/>
          <p:cNvCxnSpPr/>
          <p:nvPr/>
        </p:nvCxnSpPr>
        <p:spPr>
          <a:xfrm>
            <a:off x="457200" y="6172200"/>
            <a:ext cx="82296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27" name="Google Shape;127;p18"/>
          <p:cNvSpPr txBox="1"/>
          <p:nvPr/>
        </p:nvSpPr>
        <p:spPr>
          <a:xfrm>
            <a:off x="533400" y="6411912"/>
            <a:ext cx="830580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Md. Manowarul Islam, Dept. of CSE, JnU</a:t>
            </a:r>
            <a:endParaRPr/>
          </a:p>
        </p:txBody>
      </p:sp>
      <p:sp>
        <p:nvSpPr>
          <p:cNvPr id="128" name="Google Shape;128;p18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129" name="Google Shape;129;p18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2425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766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9405" lvl="2" marL="1371600" marR="0" rtl="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❑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0" name="Google Shape;130;p18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31" name="Google Shape;131;p18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32" name="Google Shape;132;p18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6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/>
          <p:nvPr/>
        </p:nvSpPr>
        <p:spPr>
          <a:xfrm>
            <a:off x="381000" y="228600"/>
            <a:ext cx="8229600" cy="609600"/>
          </a:xfrm>
          <a:custGeom>
            <a:rect b="b" l="l" r="r" t="t"/>
            <a:pathLst>
              <a:path extrusionOk="0" h="1000" w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miter lim="524288"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42" name="Google Shape;142;p20"/>
          <p:cNvCxnSpPr/>
          <p:nvPr/>
        </p:nvCxnSpPr>
        <p:spPr>
          <a:xfrm>
            <a:off x="457200" y="6172200"/>
            <a:ext cx="82296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43" name="Google Shape;143;p20"/>
          <p:cNvSpPr txBox="1"/>
          <p:nvPr/>
        </p:nvSpPr>
        <p:spPr>
          <a:xfrm>
            <a:off x="533400" y="6411912"/>
            <a:ext cx="830580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Md. Manowarul Islam, Dept. of CSE, JnU</a:t>
            </a:r>
            <a:endParaRPr/>
          </a:p>
        </p:txBody>
      </p:sp>
      <p:sp>
        <p:nvSpPr>
          <p:cNvPr id="144" name="Google Shape;144;p20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145" name="Google Shape;145;p20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2425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766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9405" lvl="2" marL="1371600" marR="0" rtl="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❑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6" name="Google Shape;146;p20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47" name="Google Shape;147;p20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48" name="Google Shape;148;p20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7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2"/>
          <p:cNvSpPr/>
          <p:nvPr/>
        </p:nvSpPr>
        <p:spPr>
          <a:xfrm>
            <a:off x="381000" y="228600"/>
            <a:ext cx="8229600" cy="609600"/>
          </a:xfrm>
          <a:custGeom>
            <a:rect b="b" l="l" r="r" t="t"/>
            <a:pathLst>
              <a:path extrusionOk="0" h="1000" w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miter lim="524288"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58" name="Google Shape;158;p22"/>
          <p:cNvCxnSpPr/>
          <p:nvPr/>
        </p:nvCxnSpPr>
        <p:spPr>
          <a:xfrm>
            <a:off x="457200" y="6172200"/>
            <a:ext cx="82296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59" name="Google Shape;159;p22"/>
          <p:cNvSpPr txBox="1"/>
          <p:nvPr/>
        </p:nvSpPr>
        <p:spPr>
          <a:xfrm>
            <a:off x="533400" y="6411912"/>
            <a:ext cx="830580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Md. Manowarul Islam, Dept. of CSE, JnU</a:t>
            </a:r>
            <a:endParaRPr/>
          </a:p>
        </p:txBody>
      </p:sp>
      <p:sp>
        <p:nvSpPr>
          <p:cNvPr id="160" name="Google Shape;160;p22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161" name="Google Shape;161;p22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2425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766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9405" lvl="2" marL="1371600" marR="0" rtl="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❑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2" name="Google Shape;162;p22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63" name="Google Shape;163;p22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64" name="Google Shape;164;p22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4"/>
          <p:cNvSpPr/>
          <p:nvPr/>
        </p:nvSpPr>
        <p:spPr>
          <a:xfrm>
            <a:off x="381000" y="228600"/>
            <a:ext cx="8229600" cy="609600"/>
          </a:xfrm>
          <a:custGeom>
            <a:rect b="b" l="l" r="r" t="t"/>
            <a:pathLst>
              <a:path extrusionOk="0" h="1000" w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miter lim="524288"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73" name="Google Shape;173;p24"/>
          <p:cNvCxnSpPr/>
          <p:nvPr/>
        </p:nvCxnSpPr>
        <p:spPr>
          <a:xfrm>
            <a:off x="457200" y="6172200"/>
            <a:ext cx="82296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74" name="Google Shape;174;p24"/>
          <p:cNvSpPr txBox="1"/>
          <p:nvPr/>
        </p:nvSpPr>
        <p:spPr>
          <a:xfrm>
            <a:off x="533400" y="6411912"/>
            <a:ext cx="830580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Md. Manowarul Islam, Dept. of CSE, JnU</a:t>
            </a:r>
            <a:endParaRPr/>
          </a:p>
        </p:txBody>
      </p:sp>
      <p:sp>
        <p:nvSpPr>
          <p:cNvPr id="175" name="Google Shape;175;p24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176" name="Google Shape;176;p24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2425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766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9405" lvl="2" marL="1371600" marR="0" rtl="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❑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7" name="Google Shape;177;p24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78" name="Google Shape;178;p24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79" name="Google Shape;179;p24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6"/>
          <p:cNvSpPr/>
          <p:nvPr/>
        </p:nvSpPr>
        <p:spPr>
          <a:xfrm>
            <a:off x="381000" y="228600"/>
            <a:ext cx="8229600" cy="609600"/>
          </a:xfrm>
          <a:custGeom>
            <a:rect b="b" l="l" r="r" t="t"/>
            <a:pathLst>
              <a:path extrusionOk="0" h="1000" w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miter lim="524288"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88" name="Google Shape;188;p26"/>
          <p:cNvCxnSpPr/>
          <p:nvPr/>
        </p:nvCxnSpPr>
        <p:spPr>
          <a:xfrm>
            <a:off x="457200" y="6172200"/>
            <a:ext cx="82296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89" name="Google Shape;189;p26"/>
          <p:cNvSpPr txBox="1"/>
          <p:nvPr/>
        </p:nvSpPr>
        <p:spPr>
          <a:xfrm>
            <a:off x="533400" y="6411912"/>
            <a:ext cx="830580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Md. Manowarul Islam, Dept. of CSE, JnU</a:t>
            </a:r>
            <a:endParaRPr/>
          </a:p>
        </p:txBody>
      </p:sp>
      <p:sp>
        <p:nvSpPr>
          <p:cNvPr id="190" name="Google Shape;190;p26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191" name="Google Shape;191;p26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2425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766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9405" lvl="2" marL="1371600" marR="0" rtl="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❑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2" name="Google Shape;192;p26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93" name="Google Shape;193;p26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94" name="Google Shape;194;p26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8"/>
          <p:cNvSpPr/>
          <p:nvPr/>
        </p:nvSpPr>
        <p:spPr>
          <a:xfrm>
            <a:off x="381000" y="228600"/>
            <a:ext cx="8229600" cy="609600"/>
          </a:xfrm>
          <a:custGeom>
            <a:rect b="b" l="l" r="r" t="t"/>
            <a:pathLst>
              <a:path extrusionOk="0" h="1000" w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miter lim="524288"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02" name="Google Shape;202;p28"/>
          <p:cNvCxnSpPr/>
          <p:nvPr/>
        </p:nvCxnSpPr>
        <p:spPr>
          <a:xfrm>
            <a:off x="457200" y="6172200"/>
            <a:ext cx="82296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03" name="Google Shape;203;p28"/>
          <p:cNvSpPr txBox="1"/>
          <p:nvPr/>
        </p:nvSpPr>
        <p:spPr>
          <a:xfrm>
            <a:off x="533400" y="6411912"/>
            <a:ext cx="830580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Md. Manowarul Islam, Dept. of CSE, JnU</a:t>
            </a:r>
            <a:endParaRPr/>
          </a:p>
        </p:txBody>
      </p:sp>
      <p:sp>
        <p:nvSpPr>
          <p:cNvPr id="204" name="Google Shape;204;p28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205" name="Google Shape;205;p28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2425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766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9405" lvl="2" marL="1371600" marR="0" rtl="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❑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6" name="Google Shape;206;p28"/>
          <p:cNvSpPr txBox="1"/>
          <p:nvPr>
            <p:ph idx="12" type="sldNum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0"/>
          <p:cNvSpPr txBox="1"/>
          <p:nvPr/>
        </p:nvSpPr>
        <p:spPr>
          <a:xfrm>
            <a:off x="228600" y="1965325"/>
            <a:ext cx="8763000" cy="1920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</a:pPr>
            <a:r>
              <a:rPr b="1" i="0" lang="en-US" sz="6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Management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</a:pPr>
            <a:r>
              <a:rPr b="1" i="0" lang="en-US" sz="6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1"/>
          <p:cNvSpPr txBox="1"/>
          <p:nvPr/>
        </p:nvSpPr>
        <p:spPr>
          <a:xfrm>
            <a:off x="1114425" y="5229225"/>
            <a:ext cx="7413625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Independence in Relational Databases</a:t>
            </a:r>
            <a:endParaRPr/>
          </a:p>
        </p:txBody>
      </p:sp>
      <p:pic>
        <p:nvPicPr>
          <p:cNvPr descr="http://cdn.tutsplus.com/net.tutsplus.com/authors/lalith-polepeddi/relational-databases-for-dummies-fig1.png" id="222" name="Google Shape;22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00" y="1335087"/>
            <a:ext cx="7337425" cy="2703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2"/>
          <p:cNvSpPr txBox="1"/>
          <p:nvPr/>
        </p:nvSpPr>
        <p:spPr>
          <a:xfrm>
            <a:off x="381000" y="914400"/>
            <a:ext cx="21336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Contents:</a:t>
            </a:r>
            <a:endParaRPr/>
          </a:p>
        </p:txBody>
      </p:sp>
      <p:sp>
        <p:nvSpPr>
          <p:cNvPr id="228" name="Google Shape;228;p32"/>
          <p:cNvSpPr txBox="1"/>
          <p:nvPr/>
        </p:nvSpPr>
        <p:spPr>
          <a:xfrm>
            <a:off x="1981200" y="2057400"/>
            <a:ext cx="4419600" cy="20574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❑"/>
            </a:pPr>
            <a:r>
              <a:rPr b="0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Data Model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❑"/>
            </a:pPr>
            <a:r>
              <a:rPr b="0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Database Language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3"/>
          <p:cNvSpPr txBox="1"/>
          <p:nvPr/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" name="Google Shape;239;p33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0" name="Google Shape;240;p33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Describing Data: Data Models</a:t>
            </a:r>
            <a:endParaRPr/>
          </a:p>
        </p:txBody>
      </p:sp>
      <p:sp>
        <p:nvSpPr>
          <p:cNvPr id="241" name="Google Shape;241;p33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0" i="1" lang="en-US" sz="2800" u="sng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data model</a:t>
            </a:r>
            <a:r>
              <a:rPr b="0" i="1" lang="en-US" sz="2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a collection of concepts for describing data.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2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US" sz="2800" u="sng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schema</a:t>
            </a:r>
            <a:r>
              <a:rPr b="0" i="1" lang="en-US" sz="2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a description of a particular collection of data, using a given data model.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0" i="1" lang="en-US" sz="2800" u="sng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relational model of data</a:t>
            </a:r>
            <a:r>
              <a:rPr b="0" i="1" lang="en-US" sz="2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the most widely used model today.</a:t>
            </a:r>
            <a:endParaRPr/>
          </a:p>
          <a:p>
            <a:pPr indent="-325437" lvl="1" marL="669925" marR="0" rtl="0" algn="just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❑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Main concept:  </a:t>
            </a:r>
            <a:r>
              <a:rPr b="0" i="1" lang="en-US" sz="2400" u="sng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relation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basically a table with rows and columns.</a:t>
            </a:r>
            <a:endParaRPr/>
          </a:p>
          <a:p>
            <a:pPr indent="-325437" lvl="1" marL="669925" marR="0" rtl="0" algn="just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❑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Every relation has a </a:t>
            </a:r>
            <a:r>
              <a:rPr b="0" i="1" lang="en-US" sz="2400" u="sng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schema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which describes the columns (fields, attributes) and keys.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4"/>
          <p:cNvSpPr txBox="1"/>
          <p:nvPr/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p34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" name="Google Shape;253;p34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Example: University Database</a:t>
            </a:r>
            <a:endParaRPr/>
          </a:p>
        </p:txBody>
      </p:sp>
      <p:sp>
        <p:nvSpPr>
          <p:cNvPr id="254" name="Google Shape;254;p34"/>
          <p:cNvSpPr txBox="1"/>
          <p:nvPr>
            <p:ph idx="1" type="body"/>
          </p:nvPr>
        </p:nvSpPr>
        <p:spPr>
          <a:xfrm>
            <a:off x="457200" y="11430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Schema:                  </a:t>
            </a:r>
            <a:endParaRPr/>
          </a:p>
          <a:p>
            <a:pPr indent="-325437" lvl="1" marL="669925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❑"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Students(</a:t>
            </a:r>
            <a:r>
              <a:rPr b="0" i="0" lang="en-US" sz="2400" u="sng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sid text</a:t>
            </a: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b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name text, </a:t>
            </a:r>
            <a:b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login text, </a:t>
            </a:r>
            <a:b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age integer, </a:t>
            </a:r>
            <a:b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gpa float)</a:t>
            </a:r>
            <a:endParaRPr/>
          </a:p>
          <a:p>
            <a:pPr indent="-233997" lvl="1" marL="669925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25437" lvl="1" marL="669925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❑"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Courses(</a:t>
            </a:r>
            <a:r>
              <a:rPr b="0" i="0" lang="en-US" sz="2400" u="sng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cid text</a:t>
            </a: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b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cname text, </a:t>
            </a:r>
            <a:b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credits integer) </a:t>
            </a:r>
            <a:endParaRPr/>
          </a:p>
          <a:p>
            <a:pPr indent="-233997" lvl="1" marL="669925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25437" lvl="1" marL="669925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❑"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Enrolled(</a:t>
            </a:r>
            <a:r>
              <a:rPr b="0" i="0" lang="en-US" sz="2400" u="sng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sid text</a:t>
            </a:r>
            <a:r>
              <a:rPr b="1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br>
              <a:rPr b="1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2400" u="sng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cid text</a:t>
            </a: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b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grade text</a:t>
            </a:r>
            <a:r>
              <a:rPr b="0" i="1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/>
          </a:p>
          <a:p>
            <a:pPr indent="-24384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560"/>
              <a:buFont typeface="Noto Sans Symbols"/>
              <a:buNone/>
            </a:pPr>
            <a:r>
              <a:t/>
            </a:r>
            <a:endParaRPr b="0" i="1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5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Example of a Database Schema</a:t>
            </a:r>
            <a:endParaRPr/>
          </a:p>
        </p:txBody>
      </p:sp>
      <p:pic>
        <p:nvPicPr>
          <p:cNvPr descr="fig02_01" id="260" name="Google Shape;26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905000"/>
            <a:ext cx="7772400" cy="420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6"/>
          <p:cNvSpPr txBox="1"/>
          <p:nvPr>
            <p:ph type="title"/>
          </p:nvPr>
        </p:nvSpPr>
        <p:spPr>
          <a:xfrm>
            <a:off x="762000" y="30480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Example of a database state</a:t>
            </a:r>
            <a:endParaRPr/>
          </a:p>
        </p:txBody>
      </p:sp>
      <p:pic>
        <p:nvPicPr>
          <p:cNvPr descr="fig01_02" id="266" name="Google Shape;26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0" y="1492250"/>
            <a:ext cx="4397375" cy="50609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67" name="Google Shape;267;p36"/>
          <p:cNvGraphicFramePr/>
          <p:nvPr/>
        </p:nvGraphicFramePr>
        <p:xfrm>
          <a:off x="288925" y="2057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{2693048F-3E89-4565-991C-EF6B4E1F5604}</a:tableStyleId>
              </a:tblPr>
              <a:tblGrid>
                <a:gridCol w="674675"/>
                <a:gridCol w="1550975"/>
                <a:gridCol w="735000"/>
                <a:gridCol w="838200"/>
              </a:tblGrid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Name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Student_number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Class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Major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Smith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Brown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descr="Pink tissue paper" id="268" name="Google Shape;268;p36"/>
          <p:cNvSpPr txBox="1"/>
          <p:nvPr/>
        </p:nvSpPr>
        <p:spPr>
          <a:xfrm>
            <a:off x="288925" y="1565275"/>
            <a:ext cx="12636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STUDENT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7"/>
          <p:cNvSpPr txBox="1"/>
          <p:nvPr/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37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37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Levels of Abstraction</a:t>
            </a:r>
            <a:endParaRPr/>
          </a:p>
        </p:txBody>
      </p:sp>
      <p:sp>
        <p:nvSpPr>
          <p:cNvPr id="281" name="Google Shape;281;p37"/>
          <p:cNvSpPr txBox="1"/>
          <p:nvPr>
            <p:ph idx="1" type="body"/>
          </p:nvPr>
        </p:nvSpPr>
        <p:spPr>
          <a:xfrm>
            <a:off x="457200" y="1600200"/>
            <a:ext cx="41910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Views describe how users see the data.                                       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Conceptual schema defines logical structure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Physical schema describes the files and indexes used.</a:t>
            </a:r>
            <a:endParaRPr/>
          </a:p>
        </p:txBody>
      </p:sp>
      <p:sp>
        <p:nvSpPr>
          <p:cNvPr id="282" name="Google Shape;282;p37"/>
          <p:cNvSpPr txBox="1"/>
          <p:nvPr/>
        </p:nvSpPr>
        <p:spPr>
          <a:xfrm>
            <a:off x="284162" y="5646737"/>
            <a:ext cx="5537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3" name="Google Shape;283;p37"/>
          <p:cNvSpPr txBox="1"/>
          <p:nvPr/>
        </p:nvSpPr>
        <p:spPr>
          <a:xfrm>
            <a:off x="720725" y="5794375"/>
            <a:ext cx="56054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4" name="Google Shape;284;p37"/>
          <p:cNvSpPr/>
          <p:nvPr/>
        </p:nvSpPr>
        <p:spPr>
          <a:xfrm>
            <a:off x="6337300" y="4660900"/>
            <a:ext cx="1041400" cy="203200"/>
          </a:xfrm>
          <a:prstGeom prst="ellipse">
            <a:avLst/>
          </a:prstGeom>
          <a:noFill/>
          <a:ln cap="flat" cmpd="sng" w="254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85" name="Google Shape;285;p37"/>
          <p:cNvCxnSpPr/>
          <p:nvPr/>
        </p:nvCxnSpPr>
        <p:spPr>
          <a:xfrm>
            <a:off x="6321425" y="4757737"/>
            <a:ext cx="3175" cy="957262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86" name="Google Shape;286;p37"/>
          <p:cNvSpPr/>
          <p:nvPr/>
        </p:nvSpPr>
        <p:spPr>
          <a:xfrm>
            <a:off x="6337300" y="5575300"/>
            <a:ext cx="1041400" cy="203200"/>
          </a:xfrm>
          <a:prstGeom prst="ellipse">
            <a:avLst/>
          </a:prstGeom>
          <a:noFill/>
          <a:ln cap="flat" cmpd="sng" w="254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87" name="Google Shape;287;p37"/>
          <p:cNvCxnSpPr/>
          <p:nvPr/>
        </p:nvCxnSpPr>
        <p:spPr>
          <a:xfrm>
            <a:off x="7391400" y="4800600"/>
            <a:ext cx="0" cy="83820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88" name="Google Shape;288;p37"/>
          <p:cNvSpPr txBox="1"/>
          <p:nvPr/>
        </p:nvSpPr>
        <p:spPr>
          <a:xfrm>
            <a:off x="5697537" y="4022725"/>
            <a:ext cx="2425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 Antiqua"/>
              <a:buNone/>
            </a:pPr>
            <a:r>
              <a:rPr b="0" i="0" lang="en-US" sz="2400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Physical Schema</a:t>
            </a:r>
            <a:endParaRPr/>
          </a:p>
        </p:txBody>
      </p:sp>
      <p:sp>
        <p:nvSpPr>
          <p:cNvPr id="289" name="Google Shape;289;p37"/>
          <p:cNvSpPr txBox="1"/>
          <p:nvPr/>
        </p:nvSpPr>
        <p:spPr>
          <a:xfrm>
            <a:off x="5461000" y="3336925"/>
            <a:ext cx="28495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 Antiqua"/>
              <a:buNone/>
            </a:pPr>
            <a:r>
              <a:rPr b="0" i="0" lang="en-US" sz="2400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Conceptual Schema</a:t>
            </a:r>
            <a:endParaRPr/>
          </a:p>
        </p:txBody>
      </p:sp>
      <p:sp>
        <p:nvSpPr>
          <p:cNvPr id="290" name="Google Shape;290;p37"/>
          <p:cNvSpPr txBox="1"/>
          <p:nvPr/>
        </p:nvSpPr>
        <p:spPr>
          <a:xfrm>
            <a:off x="5010150" y="2498725"/>
            <a:ext cx="11223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 Antiqua"/>
              <a:buNone/>
            </a:pPr>
            <a:r>
              <a:rPr b="0" i="0" lang="en-US" sz="2400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View 1</a:t>
            </a:r>
            <a:endParaRPr/>
          </a:p>
        </p:txBody>
      </p:sp>
      <p:sp>
        <p:nvSpPr>
          <p:cNvPr id="291" name="Google Shape;291;p37"/>
          <p:cNvSpPr txBox="1"/>
          <p:nvPr/>
        </p:nvSpPr>
        <p:spPr>
          <a:xfrm>
            <a:off x="6305550" y="2498725"/>
            <a:ext cx="11223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 Antiqua"/>
              <a:buNone/>
            </a:pPr>
            <a:r>
              <a:rPr b="0" i="0" lang="en-US" sz="2400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View 2</a:t>
            </a:r>
            <a:endParaRPr/>
          </a:p>
        </p:txBody>
      </p:sp>
      <p:sp>
        <p:nvSpPr>
          <p:cNvPr id="292" name="Google Shape;292;p37"/>
          <p:cNvSpPr txBox="1"/>
          <p:nvPr/>
        </p:nvSpPr>
        <p:spPr>
          <a:xfrm>
            <a:off x="7602537" y="2498725"/>
            <a:ext cx="11223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ook Antiqua"/>
              <a:buNone/>
            </a:pPr>
            <a:r>
              <a:rPr b="0" i="0" lang="en-US" sz="2400" u="none">
                <a:solidFill>
                  <a:schemeClr val="dk2"/>
                </a:solidFill>
                <a:latin typeface="Book Antiqua"/>
                <a:ea typeface="Book Antiqua"/>
                <a:cs typeface="Book Antiqua"/>
                <a:sym typeface="Book Antiqua"/>
              </a:rPr>
              <a:t>View 3</a:t>
            </a:r>
            <a:endParaRPr/>
          </a:p>
        </p:txBody>
      </p:sp>
      <p:sp>
        <p:nvSpPr>
          <p:cNvPr id="293" name="Google Shape;293;p37"/>
          <p:cNvSpPr txBox="1"/>
          <p:nvPr/>
        </p:nvSpPr>
        <p:spPr>
          <a:xfrm>
            <a:off x="5041900" y="2527300"/>
            <a:ext cx="1041400" cy="355600"/>
          </a:xfrm>
          <a:prstGeom prst="rect">
            <a:avLst/>
          </a:prstGeom>
          <a:noFill/>
          <a:ln cap="flat" cmpd="sng" w="254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4" name="Google Shape;294;p37"/>
          <p:cNvSpPr txBox="1"/>
          <p:nvPr/>
        </p:nvSpPr>
        <p:spPr>
          <a:xfrm>
            <a:off x="6337300" y="2527300"/>
            <a:ext cx="1041400" cy="355600"/>
          </a:xfrm>
          <a:prstGeom prst="rect">
            <a:avLst/>
          </a:prstGeom>
          <a:noFill/>
          <a:ln cap="flat" cmpd="sng" w="254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5" name="Google Shape;295;p37"/>
          <p:cNvSpPr txBox="1"/>
          <p:nvPr/>
        </p:nvSpPr>
        <p:spPr>
          <a:xfrm>
            <a:off x="7632700" y="2527300"/>
            <a:ext cx="1041400" cy="355600"/>
          </a:xfrm>
          <a:prstGeom prst="rect">
            <a:avLst/>
          </a:prstGeom>
          <a:noFill/>
          <a:ln cap="flat" cmpd="sng" w="254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" name="Google Shape;296;p37"/>
          <p:cNvSpPr txBox="1"/>
          <p:nvPr/>
        </p:nvSpPr>
        <p:spPr>
          <a:xfrm>
            <a:off x="5499100" y="3365500"/>
            <a:ext cx="2794000" cy="355600"/>
          </a:xfrm>
          <a:prstGeom prst="rect">
            <a:avLst/>
          </a:prstGeom>
          <a:noFill/>
          <a:ln cap="flat" cmpd="sng" w="254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7" name="Google Shape;297;p37"/>
          <p:cNvSpPr txBox="1"/>
          <p:nvPr/>
        </p:nvSpPr>
        <p:spPr>
          <a:xfrm>
            <a:off x="5727700" y="4051300"/>
            <a:ext cx="2336800" cy="355600"/>
          </a:xfrm>
          <a:prstGeom prst="rect">
            <a:avLst/>
          </a:prstGeom>
          <a:noFill/>
          <a:ln cap="flat" cmpd="sng" w="254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98" name="Google Shape;298;p37"/>
          <p:cNvCxnSpPr/>
          <p:nvPr/>
        </p:nvCxnSpPr>
        <p:spPr>
          <a:xfrm>
            <a:off x="5562600" y="2895600"/>
            <a:ext cx="533400" cy="4572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cxnSp>
        <p:nvCxnSpPr>
          <p:cNvPr id="299" name="Google Shape;299;p37"/>
          <p:cNvCxnSpPr/>
          <p:nvPr/>
        </p:nvCxnSpPr>
        <p:spPr>
          <a:xfrm>
            <a:off x="6858000" y="2895600"/>
            <a:ext cx="0" cy="4572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cxnSp>
        <p:nvCxnSpPr>
          <p:cNvPr id="300" name="Google Shape;300;p37"/>
          <p:cNvCxnSpPr/>
          <p:nvPr/>
        </p:nvCxnSpPr>
        <p:spPr>
          <a:xfrm flipH="1">
            <a:off x="7620000" y="2895600"/>
            <a:ext cx="533400" cy="4572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cxnSp>
        <p:nvCxnSpPr>
          <p:cNvPr id="301" name="Google Shape;301;p37"/>
          <p:cNvCxnSpPr/>
          <p:nvPr/>
        </p:nvCxnSpPr>
        <p:spPr>
          <a:xfrm>
            <a:off x="6858000" y="3733800"/>
            <a:ext cx="0" cy="3048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cxnSp>
        <p:nvCxnSpPr>
          <p:cNvPr id="302" name="Google Shape;302;p37"/>
          <p:cNvCxnSpPr/>
          <p:nvPr/>
        </p:nvCxnSpPr>
        <p:spPr>
          <a:xfrm>
            <a:off x="6858000" y="4419600"/>
            <a:ext cx="0" cy="3810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303" name="Google Shape;303;p37"/>
          <p:cNvSpPr txBox="1"/>
          <p:nvPr/>
        </p:nvSpPr>
        <p:spPr>
          <a:xfrm>
            <a:off x="6464300" y="4953000"/>
            <a:ext cx="771525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0E30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DB</a:t>
            </a:r>
            <a:endParaRPr/>
          </a:p>
        </p:txBody>
      </p:sp>
      <p:pic>
        <p:nvPicPr>
          <p:cNvPr id="304" name="Google Shape;30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0" y="1066800"/>
            <a:ext cx="1114425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0" y="1143000"/>
            <a:ext cx="900112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67600" y="1143000"/>
            <a:ext cx="1385887" cy="1177925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7"/>
          <p:cNvSpPr txBox="1"/>
          <p:nvPr/>
        </p:nvSpPr>
        <p:spPr>
          <a:xfrm>
            <a:off x="6172200" y="457200"/>
            <a:ext cx="1314450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0E30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rgbClr val="CF0E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8"/>
          <p:cNvSpPr txBox="1"/>
          <p:nvPr/>
        </p:nvSpPr>
        <p:spPr>
          <a:xfrm>
            <a:off x="1693862" y="550862"/>
            <a:ext cx="587375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Architecture With Views</a:t>
            </a:r>
            <a:endParaRPr/>
          </a:p>
        </p:txBody>
      </p:sp>
      <p:pic>
        <p:nvPicPr>
          <p:cNvPr id="313" name="Google Shape;31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1268412"/>
            <a:ext cx="8582025" cy="512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9"/>
          <p:cNvSpPr txBox="1"/>
          <p:nvPr/>
        </p:nvSpPr>
        <p:spPr>
          <a:xfrm>
            <a:off x="381000" y="914400"/>
            <a:ext cx="87630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Model</a:t>
            </a:r>
            <a:endParaRPr/>
          </a:p>
        </p:txBody>
      </p:sp>
      <p:sp>
        <p:nvSpPr>
          <p:cNvPr id="319" name="Google Shape;319;p39"/>
          <p:cNvSpPr txBox="1"/>
          <p:nvPr/>
        </p:nvSpPr>
        <p:spPr>
          <a:xfrm>
            <a:off x="762000" y="1752600"/>
            <a:ext cx="7924800" cy="4114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" name="Google Shape;320;p39"/>
          <p:cNvSpPr txBox="1"/>
          <p:nvPr/>
        </p:nvSpPr>
        <p:spPr>
          <a:xfrm>
            <a:off x="1143000" y="1828800"/>
            <a:ext cx="6705600" cy="4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collection of conceptual tools for describing</a:t>
            </a:r>
            <a:endParaRPr/>
          </a:p>
          <a:p>
            <a:pPr indent="-12700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Data</a:t>
            </a:r>
            <a:endParaRPr/>
          </a:p>
          <a:p>
            <a:pPr indent="-12700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Data relationship</a:t>
            </a:r>
            <a:endParaRPr/>
          </a:p>
          <a:p>
            <a:pPr indent="-12700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Consistency constraints</a:t>
            </a:r>
            <a:endParaRPr/>
          </a:p>
          <a:p>
            <a:pPr indent="-12700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Provides a way to </a:t>
            </a:r>
            <a:r>
              <a:rPr b="0" i="1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describe the design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a database at the physical, logical and view level</a:t>
            </a:r>
            <a:endParaRPr/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Noto Sans Symbols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Four different categories:</a:t>
            </a:r>
            <a:endParaRPr/>
          </a:p>
          <a:p>
            <a:pPr indent="-12700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Relational Model </a:t>
            </a:r>
            <a:endParaRPr/>
          </a:p>
          <a:p>
            <a:pPr indent="-12700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Entity-Relationship Model</a:t>
            </a:r>
            <a:endParaRPr/>
          </a:p>
          <a:p>
            <a:pPr indent="-12700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Object-Based Data Model</a:t>
            </a:r>
            <a:endParaRPr/>
          </a:p>
          <a:p>
            <a:pPr indent="-12700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Semi structured data model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0"/>
          <p:cNvSpPr txBox="1"/>
          <p:nvPr/>
        </p:nvSpPr>
        <p:spPr>
          <a:xfrm>
            <a:off x="381000" y="914400"/>
            <a:ext cx="87630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Relational Model </a:t>
            </a:r>
            <a:endParaRPr/>
          </a:p>
        </p:txBody>
      </p:sp>
      <p:sp>
        <p:nvSpPr>
          <p:cNvPr id="326" name="Google Shape;326;p40"/>
          <p:cNvSpPr txBox="1"/>
          <p:nvPr/>
        </p:nvSpPr>
        <p:spPr>
          <a:xfrm>
            <a:off x="762000" y="1752600"/>
            <a:ext cx="7924800" cy="4114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7" name="Google Shape;327;p40"/>
          <p:cNvSpPr txBox="1"/>
          <p:nvPr/>
        </p:nvSpPr>
        <p:spPr>
          <a:xfrm>
            <a:off x="1143000" y="1828800"/>
            <a:ext cx="6705600" cy="48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270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uses a </a:t>
            </a:r>
            <a:r>
              <a:rPr b="0" i="1" lang="en-US" sz="2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collection of tables 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represent both data and </a:t>
            </a:r>
            <a:r>
              <a:rPr b="0" i="1" lang="en-US" sz="2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relationships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among those data.</a:t>
            </a:r>
            <a:endParaRPr/>
          </a:p>
          <a:p>
            <a:pPr indent="-1270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table has multiple columns, and each column has a </a:t>
            </a:r>
            <a:r>
              <a:rPr b="0" i="1" lang="en-US" sz="2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unique name</a:t>
            </a:r>
            <a:endParaRPr/>
          </a:p>
          <a:p>
            <a:pPr indent="-1270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example of a record-based model</a:t>
            </a:r>
            <a:endParaRPr/>
          </a:p>
          <a:p>
            <a:pPr indent="-127000" lvl="2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atabase is structured in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fixed-format records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several types</a:t>
            </a:r>
            <a:endParaRPr/>
          </a:p>
          <a:p>
            <a:pPr indent="-127000" lvl="2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table contains records of a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particular type</a:t>
            </a:r>
            <a:endParaRPr/>
          </a:p>
          <a:p>
            <a:pPr indent="-127000" lvl="2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record type defines a fixed no. of fields, or attributes</a:t>
            </a:r>
            <a:endParaRPr b="0" i="1" sz="20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1" sz="2000" u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7000" lvl="2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Widely used data model and a vast majority of current database systems are based on the relational model.</a:t>
            </a:r>
            <a:endParaRPr/>
          </a:p>
          <a:p>
            <a:pPr indent="0" lvl="2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Noto Sans Symbols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1"/>
          <p:cNvSpPr txBox="1"/>
          <p:nvPr/>
        </p:nvSpPr>
        <p:spPr>
          <a:xfrm>
            <a:off x="381000" y="914400"/>
            <a:ext cx="87630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Relational Model </a:t>
            </a:r>
            <a:endParaRPr/>
          </a:p>
        </p:txBody>
      </p:sp>
      <p:sp>
        <p:nvSpPr>
          <p:cNvPr id="333" name="Google Shape;333;p41"/>
          <p:cNvSpPr txBox="1"/>
          <p:nvPr/>
        </p:nvSpPr>
        <p:spPr>
          <a:xfrm>
            <a:off x="762000" y="1752600"/>
            <a:ext cx="7924800" cy="4114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4" name="Google Shape;334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1828800"/>
            <a:ext cx="7315200" cy="396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2"/>
          <p:cNvSpPr txBox="1"/>
          <p:nvPr/>
        </p:nvSpPr>
        <p:spPr>
          <a:xfrm>
            <a:off x="381000" y="914400"/>
            <a:ext cx="87630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Entity-Relationship Model</a:t>
            </a:r>
            <a:endParaRPr/>
          </a:p>
        </p:txBody>
      </p:sp>
      <p:sp>
        <p:nvSpPr>
          <p:cNvPr id="340" name="Google Shape;340;p42"/>
          <p:cNvSpPr txBox="1"/>
          <p:nvPr/>
        </p:nvSpPr>
        <p:spPr>
          <a:xfrm>
            <a:off x="762000" y="1752600"/>
            <a:ext cx="7924800" cy="4114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1" name="Google Shape;341;p42"/>
          <p:cNvSpPr txBox="1"/>
          <p:nvPr/>
        </p:nvSpPr>
        <p:spPr>
          <a:xfrm>
            <a:off x="1371600" y="2362200"/>
            <a:ext cx="6705600" cy="2986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270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Models an enterprise as a collection of </a:t>
            </a:r>
            <a:r>
              <a:rPr b="0" i="1" lang="en-US" sz="2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entities</a:t>
            </a:r>
            <a:r>
              <a:rPr b="0" i="1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b="0" i="1" lang="en-US" sz="2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relationships</a:t>
            </a:r>
            <a:endParaRPr/>
          </a:p>
          <a:p>
            <a:pPr indent="-127000" lvl="2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Entity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 “thing” or “object” in the enterprise that is distinguishable from other objects</a:t>
            </a:r>
            <a:endParaRPr/>
          </a:p>
          <a:p>
            <a:pPr indent="-127000" lvl="2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Relationship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an association among several entities</a:t>
            </a:r>
            <a:endParaRPr/>
          </a:p>
          <a:p>
            <a:pPr indent="0" lvl="2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Noto Sans Symbols"/>
              <a:buNone/>
            </a:pPr>
            <a:r>
              <a:t/>
            </a:r>
            <a:endParaRPr b="0" i="1" sz="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70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Widely used in database design</a:t>
            </a:r>
            <a:endParaRPr/>
          </a:p>
          <a:p>
            <a:pPr indent="-1270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Represented diagrammatically by an </a:t>
            </a:r>
            <a:r>
              <a:rPr b="0" i="1" lang="en-US" sz="2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entity-relationship diagram</a:t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3"/>
          <p:cNvSpPr txBox="1"/>
          <p:nvPr/>
        </p:nvSpPr>
        <p:spPr>
          <a:xfrm>
            <a:off x="381000" y="914400"/>
            <a:ext cx="87630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Entity-Relationship Model</a:t>
            </a:r>
            <a:endParaRPr/>
          </a:p>
        </p:txBody>
      </p:sp>
      <p:sp>
        <p:nvSpPr>
          <p:cNvPr id="347" name="Google Shape;347;p43"/>
          <p:cNvSpPr txBox="1"/>
          <p:nvPr/>
        </p:nvSpPr>
        <p:spPr>
          <a:xfrm>
            <a:off x="762000" y="1752600"/>
            <a:ext cx="7924800" cy="4114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48" name="Google Shape;348;p43"/>
          <p:cNvPicPr preferRelativeResize="0"/>
          <p:nvPr/>
        </p:nvPicPr>
        <p:blipFill rotWithShape="1">
          <a:blip r:embed="rId3">
            <a:alphaModFix/>
          </a:blip>
          <a:srcRect b="31687" l="389" r="388" t="31169"/>
          <a:stretch/>
        </p:blipFill>
        <p:spPr>
          <a:xfrm>
            <a:off x="990600" y="2057400"/>
            <a:ext cx="7277100" cy="3328987"/>
          </a:xfrm>
          <a:prstGeom prst="rect">
            <a:avLst/>
          </a:prstGeom>
          <a:noFill/>
          <a:ln cap="flat" cmpd="dbl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4"/>
          <p:cNvSpPr txBox="1"/>
          <p:nvPr/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1- </a:t>
            </a:r>
            <a:fld id="{00000000-1234-1234-1234-123412341234}" type="slidenum">
              <a:rPr b="0" i="0" lang="en-US" sz="12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55" name="Google Shape;355;p44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DBMS Languages</a:t>
            </a:r>
            <a:endParaRPr/>
          </a:p>
        </p:txBody>
      </p:sp>
      <p:sp>
        <p:nvSpPr>
          <p:cNvPr id="356" name="Google Shape;356;p44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Definition Language (DDL)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Manipulation Language (DML)</a:t>
            </a:r>
            <a:endParaRPr/>
          </a:p>
          <a:p>
            <a:pPr indent="-325436" lvl="1" marL="669925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High-Level or Non-procedural Languages: These include the relational language SQL</a:t>
            </a:r>
            <a:endParaRPr/>
          </a:p>
          <a:p>
            <a:pPr indent="-350837" lvl="2" marL="10223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May be used in a standalone way or may be embedded in a programming language</a:t>
            </a:r>
            <a:endParaRPr/>
          </a:p>
          <a:p>
            <a:pPr indent="-325436" lvl="1" marL="669925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</a:pPr>
            <a:r>
              <a:rPr b="0" i="0" lang="en-US" sz="2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Low Level or Procedural Languages:</a:t>
            </a:r>
            <a:endParaRPr/>
          </a:p>
          <a:p>
            <a:pPr indent="-350837" lvl="2" marL="10223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These must be embedded in a programming language</a:t>
            </a:r>
            <a:endParaRPr/>
          </a:p>
          <a:p>
            <a:pPr indent="-219075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</a:pPr>
            <a:r>
              <a:t/>
            </a:r>
            <a:endParaRPr b="0" i="0" sz="3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9075" lvl="0" marL="342900" rtl="0" algn="l">
              <a:spcBef>
                <a:spcPts val="600"/>
              </a:spcBef>
              <a:spcAft>
                <a:spcPts val="0"/>
              </a:spcAft>
              <a:buSzPts val="1950"/>
              <a:buNone/>
            </a:pPr>
            <a:r>
              <a:t/>
            </a:r>
            <a:endParaRPr b="0" i="0" sz="3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5"/>
          <p:cNvSpPr txBox="1"/>
          <p:nvPr/>
        </p:nvSpPr>
        <p:spPr>
          <a:xfrm>
            <a:off x="381000" y="914400"/>
            <a:ext cx="87630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0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Manipulation Language (DML)</a:t>
            </a:r>
            <a:endParaRPr/>
          </a:p>
        </p:txBody>
      </p:sp>
      <p:sp>
        <p:nvSpPr>
          <p:cNvPr id="362" name="Google Shape;362;p45"/>
          <p:cNvSpPr txBox="1"/>
          <p:nvPr/>
        </p:nvSpPr>
        <p:spPr>
          <a:xfrm>
            <a:off x="762000" y="1752600"/>
            <a:ext cx="7924800" cy="4114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3" name="Google Shape;363;p45"/>
          <p:cNvSpPr txBox="1"/>
          <p:nvPr/>
        </p:nvSpPr>
        <p:spPr>
          <a:xfrm>
            <a:off x="1143000" y="1828800"/>
            <a:ext cx="6705600" cy="4016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270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Language for </a:t>
            </a:r>
            <a:r>
              <a:rPr b="0" i="0" lang="en-US" sz="2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accessing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0" i="0" lang="en-US" sz="2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manipulating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data organized by the appropriate data model</a:t>
            </a:r>
            <a:endParaRPr/>
          </a:p>
          <a:p>
            <a:pPr indent="-11430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DML also known as </a:t>
            </a:r>
            <a:r>
              <a:rPr b="0" i="0" lang="en-US" sz="1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query language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 classes of languages </a:t>
            </a:r>
            <a:endParaRPr/>
          </a:p>
          <a:p>
            <a:pPr indent="-1143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▪"/>
            </a:pPr>
            <a:r>
              <a:rPr b="1" i="0" lang="en-US" sz="1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Procedural 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user specifies what data is required and how to get those data. e.g. Relational Algebra.</a:t>
            </a:r>
            <a:endParaRPr/>
          </a:p>
          <a:p>
            <a:pPr indent="-1143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▪"/>
            </a:pPr>
            <a:r>
              <a:rPr b="1" i="0" lang="en-US" sz="1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Declarative (nonprocedural) 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user specifies what data is required without specifying how to get those data. e.g. SQL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7000" lvl="2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Declarative DMLs are usually easier to learn and use than procedural DMLs.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6"/>
          <p:cNvSpPr txBox="1"/>
          <p:nvPr/>
        </p:nvSpPr>
        <p:spPr>
          <a:xfrm>
            <a:off x="381000" y="914400"/>
            <a:ext cx="87630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0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Manipulation Language (DML)</a:t>
            </a:r>
            <a:endParaRPr/>
          </a:p>
        </p:txBody>
      </p:sp>
      <p:sp>
        <p:nvSpPr>
          <p:cNvPr id="369" name="Google Shape;369;p46"/>
          <p:cNvSpPr txBox="1"/>
          <p:nvPr/>
        </p:nvSpPr>
        <p:spPr>
          <a:xfrm>
            <a:off x="762000" y="1752600"/>
            <a:ext cx="7924800" cy="4114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0" name="Google Shape;370;p46"/>
          <p:cNvSpPr txBox="1"/>
          <p:nvPr/>
        </p:nvSpPr>
        <p:spPr>
          <a:xfrm>
            <a:off x="1143000" y="1828800"/>
            <a:ext cx="7315200" cy="2538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270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types of </a:t>
            </a:r>
            <a:r>
              <a:rPr b="0" i="0" lang="en-US" sz="2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accesses are</a:t>
            </a:r>
            <a:endParaRPr/>
          </a:p>
          <a:p>
            <a:pPr indent="-11430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DML also known as </a:t>
            </a:r>
            <a:r>
              <a:rPr b="0" i="0" lang="en-US" sz="1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query language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i) The retrieval of information stored in the database - </a:t>
            </a:r>
            <a:r>
              <a:rPr b="0" i="0" lang="en-US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Query 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ii) The insertion of new information into the database - </a:t>
            </a:r>
            <a:r>
              <a:rPr b="0" i="0" lang="en-US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insert 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iii) The deletion of information from the database - </a:t>
            </a:r>
            <a:r>
              <a:rPr b="0" i="0" lang="en-US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delete 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iv) The modification of information stored in the database - </a:t>
            </a:r>
            <a:r>
              <a:rPr b="0" i="0" lang="en-US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update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7"/>
          <p:cNvSpPr txBox="1"/>
          <p:nvPr/>
        </p:nvSpPr>
        <p:spPr>
          <a:xfrm>
            <a:off x="381000" y="914400"/>
            <a:ext cx="87630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Data-Definition Language (DDL)</a:t>
            </a:r>
            <a:endParaRPr/>
          </a:p>
        </p:txBody>
      </p:sp>
      <p:sp>
        <p:nvSpPr>
          <p:cNvPr id="376" name="Google Shape;376;p47"/>
          <p:cNvSpPr txBox="1"/>
          <p:nvPr/>
        </p:nvSpPr>
        <p:spPr>
          <a:xfrm>
            <a:off x="762000" y="1752600"/>
            <a:ext cx="7924800" cy="4114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7" name="Google Shape;377;p47"/>
          <p:cNvSpPr txBox="1"/>
          <p:nvPr/>
        </p:nvSpPr>
        <p:spPr>
          <a:xfrm>
            <a:off x="1143000" y="1828800"/>
            <a:ext cx="6705600" cy="3894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2700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Specify the </a:t>
            </a:r>
            <a:r>
              <a:rPr b="0" i="0" lang="en-US" sz="2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schemas</a:t>
            </a:r>
            <a:endParaRPr/>
          </a:p>
          <a:p>
            <a:pPr indent="-11430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DDL is also used to specify additional properties of data.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Example 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table 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account</a:t>
            </a: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account_number</a:t>
            </a: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char(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balance</a:t>
            </a: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number (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12,2</a:t>
            </a: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      );</a:t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7000" lvl="2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definition  and data manipulation languages are not two separate language; they simply part of a single database language such as SQL.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8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Database architecture</a:t>
            </a:r>
            <a:endParaRPr/>
          </a:p>
        </p:txBody>
      </p:sp>
      <p:sp>
        <p:nvSpPr>
          <p:cNvPr id="383" name="Google Shape;383;p48"/>
          <p:cNvSpPr txBox="1"/>
          <p:nvPr>
            <p:ph idx="1" type="body"/>
          </p:nvPr>
        </p:nvSpPr>
        <p:spPr>
          <a:xfrm>
            <a:off x="457200" y="1163637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6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Database Architecture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a representation of DBMS design.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56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helps to design, develop, implement, and maintain the database management system.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56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DBMS architecture allows dividing the database system into individual components that can be independently modified, changed, replaced, and altered.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9"/>
          <p:cNvSpPr txBox="1"/>
          <p:nvPr/>
        </p:nvSpPr>
        <p:spPr>
          <a:xfrm>
            <a:off x="838200" y="1773237"/>
            <a:ext cx="6629400" cy="4092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5656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rgbClr val="5656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N-tier architectures have the same components</a:t>
            </a:r>
            <a:endParaRPr/>
          </a:p>
          <a:p>
            <a:pPr indent="-457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ourier New"/>
              <a:buChar char="o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Presentation</a:t>
            </a:r>
            <a:endParaRPr/>
          </a:p>
          <a:p>
            <a:pPr indent="-457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ourier New"/>
              <a:buChar char="o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Business/Logic</a:t>
            </a:r>
            <a:endParaRPr/>
          </a:p>
          <a:p>
            <a:pPr indent="-457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ourier New"/>
              <a:buChar char="o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5656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rgbClr val="5656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N-tier architectures try to separate the components </a:t>
            </a:r>
            <a:r>
              <a:rPr b="1" i="0" lang="en-US" sz="2600" u="none">
                <a:solidFill>
                  <a:srgbClr val="5656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into different tiers/layers</a:t>
            </a:r>
            <a:endParaRPr/>
          </a:p>
          <a:p>
            <a:pPr indent="-457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ourier New"/>
              <a:buChar char="o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Tier: physical separation</a:t>
            </a:r>
            <a:endParaRPr/>
          </a:p>
          <a:p>
            <a:pPr indent="-457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ourier New"/>
              <a:buChar char="o"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Layer: logical separation</a:t>
            </a:r>
            <a:endParaRPr/>
          </a:p>
        </p:txBody>
      </p:sp>
      <p:sp>
        <p:nvSpPr>
          <p:cNvPr id="389" name="Google Shape;389;p49"/>
          <p:cNvSpPr txBox="1"/>
          <p:nvPr/>
        </p:nvSpPr>
        <p:spPr>
          <a:xfrm>
            <a:off x="2797175" y="620712"/>
            <a:ext cx="3836987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Significance of “Tiers”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0"/>
          <p:cNvSpPr txBox="1"/>
          <p:nvPr/>
        </p:nvSpPr>
        <p:spPr>
          <a:xfrm>
            <a:off x="2797175" y="620712"/>
            <a:ext cx="3836987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Significance of “Tiers”</a:t>
            </a:r>
            <a:endParaRPr/>
          </a:p>
        </p:txBody>
      </p:sp>
      <p:pic>
        <p:nvPicPr>
          <p:cNvPr descr="fig02_07" id="395" name="Google Shape;395;p50"/>
          <p:cNvPicPr preferRelativeResize="0"/>
          <p:nvPr/>
        </p:nvPicPr>
        <p:blipFill rotWithShape="1">
          <a:blip r:embed="rId3">
            <a:alphaModFix/>
          </a:blip>
          <a:srcRect b="5195" l="29989" r="0" t="0"/>
          <a:stretch/>
        </p:blipFill>
        <p:spPr>
          <a:xfrm>
            <a:off x="1703387" y="1752600"/>
            <a:ext cx="5737225" cy="417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1"/>
          <p:cNvSpPr txBox="1"/>
          <p:nvPr/>
        </p:nvSpPr>
        <p:spPr>
          <a:xfrm>
            <a:off x="1403350" y="468312"/>
            <a:ext cx="638175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3-Tier Architecture for Web Apps</a:t>
            </a:r>
            <a:endParaRPr/>
          </a:p>
        </p:txBody>
      </p:sp>
      <p:sp>
        <p:nvSpPr>
          <p:cNvPr id="402" name="Google Shape;402;p51"/>
          <p:cNvSpPr txBox="1"/>
          <p:nvPr/>
        </p:nvSpPr>
        <p:spPr>
          <a:xfrm>
            <a:off x="777875" y="1484312"/>
            <a:ext cx="7632700" cy="1416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5656"/>
              </a:buClr>
              <a:buSzPts val="2400"/>
              <a:buFont typeface="Courier New"/>
              <a:buChar char="o"/>
            </a:pPr>
            <a:r>
              <a:rPr b="1" i="0" lang="en-US" sz="2400" u="none">
                <a:solidFill>
                  <a:srgbClr val="5656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Presentation Layer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or dynamically generated content rendered by the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browser (front-end)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2"/>
          <p:cNvSpPr txBox="1"/>
          <p:nvPr/>
        </p:nvSpPr>
        <p:spPr>
          <a:xfrm>
            <a:off x="1403350" y="468312"/>
            <a:ext cx="638175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3-Tier Architecture for Web Apps</a:t>
            </a:r>
            <a:endParaRPr/>
          </a:p>
        </p:txBody>
      </p:sp>
      <p:sp>
        <p:nvSpPr>
          <p:cNvPr id="409" name="Google Shape;409;p52"/>
          <p:cNvSpPr txBox="1"/>
          <p:nvPr/>
        </p:nvSpPr>
        <p:spPr>
          <a:xfrm>
            <a:off x="777875" y="1484312"/>
            <a:ext cx="7632700" cy="4402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5656"/>
              </a:buClr>
              <a:buSzPts val="2400"/>
              <a:buFont typeface="Courier New"/>
              <a:buChar char="o"/>
            </a:pPr>
            <a:r>
              <a:rPr b="1" i="0" lang="en-US" sz="2400" u="none">
                <a:solidFill>
                  <a:srgbClr val="5656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Logic Layer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Char char="o"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dynamic content processing and generation level application server, e.g., Java EE, ASP.NET, PHP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Char char="o"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Business logic acts as an interface between Client layer and Data Access Layer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Char char="o"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business logic – like validation of data, calculations, data insertion/modification are written under business logic layer.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Char char="o"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makes communication faster and easier between the client and data layer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3"/>
          <p:cNvSpPr txBox="1"/>
          <p:nvPr/>
        </p:nvSpPr>
        <p:spPr>
          <a:xfrm>
            <a:off x="1403350" y="468312"/>
            <a:ext cx="638175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3-Tier Architecture for Web Apps</a:t>
            </a:r>
            <a:endParaRPr/>
          </a:p>
        </p:txBody>
      </p:sp>
      <p:sp>
        <p:nvSpPr>
          <p:cNvPr id="416" name="Google Shape;416;p53"/>
          <p:cNvSpPr txBox="1"/>
          <p:nvPr/>
        </p:nvSpPr>
        <p:spPr>
          <a:xfrm>
            <a:off x="777875" y="1484312"/>
            <a:ext cx="7632700" cy="1477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5656"/>
              </a:buClr>
              <a:buSzPts val="2400"/>
              <a:buFont typeface="Courier New"/>
              <a:buChar char="o"/>
            </a:pPr>
            <a:r>
              <a:rPr b="1" i="0" lang="en-US" sz="2400" u="none">
                <a:solidFill>
                  <a:srgbClr val="5656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Layer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database, comprising both data sets and the database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management system or RDBMS software that manages 	and provides access to the data (back-end)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54"/>
          <p:cNvSpPr txBox="1"/>
          <p:nvPr/>
        </p:nvSpPr>
        <p:spPr>
          <a:xfrm>
            <a:off x="2635250" y="260350"/>
            <a:ext cx="3917950" cy="585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Significance of “Tiers”</a:t>
            </a:r>
            <a:endParaRPr/>
          </a:p>
        </p:txBody>
      </p:sp>
      <p:pic>
        <p:nvPicPr>
          <p:cNvPr id="422" name="Google Shape;42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6100" y="974725"/>
            <a:ext cx="8020050" cy="25146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54"/>
          <p:cNvSpPr txBox="1"/>
          <p:nvPr/>
        </p:nvSpPr>
        <p:spPr>
          <a:xfrm>
            <a:off x="622300" y="3352800"/>
            <a:ext cx="7943850" cy="277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5656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rgbClr val="5656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runs on Server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Char char="o"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Separated from client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Char char="o"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Easy to switch to a different database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5656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rgbClr val="5656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Presentation and logic layers still tightly connected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Char char="o"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Heavy load on server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Char char="o"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Potential congestion on network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Char char="o"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Presentation still tied to business logic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5"/>
          <p:cNvSpPr txBox="1"/>
          <p:nvPr/>
        </p:nvSpPr>
        <p:spPr>
          <a:xfrm>
            <a:off x="3059112" y="101600"/>
            <a:ext cx="3316287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1-Tier Architecture</a:t>
            </a:r>
            <a:endParaRPr/>
          </a:p>
        </p:txBody>
      </p:sp>
      <p:pic>
        <p:nvPicPr>
          <p:cNvPr id="429" name="Google Shape;42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737" y="685800"/>
            <a:ext cx="8010525" cy="2400300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55"/>
          <p:cNvSpPr txBox="1"/>
          <p:nvPr/>
        </p:nvSpPr>
        <p:spPr>
          <a:xfrm>
            <a:off x="436562" y="2895600"/>
            <a:ext cx="8528050" cy="3108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5656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rgbClr val="5656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3 layers are on the same machine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Char char="o"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code and processing kept on a single machine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5656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rgbClr val="5656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Presentation, Logic, Data layers are tightly connected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Char char="o"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Scalability: Single processor means hard to increase volume of processing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Char char="o"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Portability: Moving to a new machine may mean rewriting everything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Char char="o"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Maintenance: Changing one layer requires changing other layers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6"/>
          <p:cNvSpPr txBox="1"/>
          <p:nvPr/>
        </p:nvSpPr>
        <p:spPr>
          <a:xfrm>
            <a:off x="2884487" y="333375"/>
            <a:ext cx="33147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2-Tier Architecture</a:t>
            </a:r>
            <a:endParaRPr/>
          </a:p>
        </p:txBody>
      </p:sp>
      <p:pic>
        <p:nvPicPr>
          <p:cNvPr id="436" name="Google Shape;436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062" y="1092200"/>
            <a:ext cx="7067550" cy="264795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56"/>
          <p:cNvSpPr txBox="1"/>
          <p:nvPr/>
        </p:nvSpPr>
        <p:spPr>
          <a:xfrm>
            <a:off x="611187" y="3860800"/>
            <a:ext cx="8002587" cy="2093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5656"/>
              </a:buClr>
              <a:buSzPts val="2000"/>
              <a:buFont typeface="Times New Roman"/>
              <a:buNone/>
            </a:pPr>
            <a:r>
              <a:rPr b="1" i="0" lang="en-US" sz="2000" u="none">
                <a:solidFill>
                  <a:srgbClr val="5656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runs on Server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Separated from client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Easy to switch to a different database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5656"/>
              </a:buClr>
              <a:buSzPts val="2000"/>
              <a:buFont typeface="Times New Roman"/>
              <a:buNone/>
            </a:pPr>
            <a:r>
              <a:rPr b="1" i="0" lang="en-US" sz="2000" u="none">
                <a:solidFill>
                  <a:srgbClr val="5656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Presentation and logic layers still tightly connected (coupled)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Heavy load on server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Potential congestion on network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Presentation still tied to business logic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2" name="Google Shape;442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3275" y="1341437"/>
            <a:ext cx="7572375" cy="2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57"/>
          <p:cNvSpPr txBox="1"/>
          <p:nvPr/>
        </p:nvSpPr>
        <p:spPr>
          <a:xfrm>
            <a:off x="2884487" y="333375"/>
            <a:ext cx="33147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3-Tier Architecture</a:t>
            </a:r>
            <a:endParaRPr/>
          </a:p>
        </p:txBody>
      </p:sp>
      <p:sp>
        <p:nvSpPr>
          <p:cNvPr id="444" name="Google Shape;444;p57"/>
          <p:cNvSpPr txBox="1"/>
          <p:nvPr/>
        </p:nvSpPr>
        <p:spPr>
          <a:xfrm>
            <a:off x="803275" y="4435475"/>
            <a:ext cx="7691437" cy="984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layer can potentially run on a different machine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t/>
            </a:r>
            <a:endParaRPr b="0" i="0" sz="1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Presentation, logic, data layers disconnected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58"/>
          <p:cNvSpPr txBox="1"/>
          <p:nvPr/>
        </p:nvSpPr>
        <p:spPr>
          <a:xfrm>
            <a:off x="2195512" y="404812"/>
            <a:ext cx="4816475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Typical 3-tier Architecture</a:t>
            </a:r>
            <a:endParaRPr/>
          </a:p>
        </p:txBody>
      </p:sp>
      <p:pic>
        <p:nvPicPr>
          <p:cNvPr descr="http://upload.wikimedia.org/wikipedia/en/6/66/Overview_of_a_three-tier_application.png" id="450" name="Google Shape;450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825" y="1484312"/>
            <a:ext cx="4992687" cy="4602162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58"/>
          <p:cNvSpPr txBox="1"/>
          <p:nvPr/>
        </p:nvSpPr>
        <p:spPr>
          <a:xfrm>
            <a:off x="5341937" y="1200150"/>
            <a:ext cx="3457575" cy="3146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5656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rgbClr val="5656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Principles</a:t>
            </a:r>
            <a:endParaRPr/>
          </a:p>
          <a:p>
            <a:pPr indent="-1397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Char char="o"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Client-server architecture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t/>
            </a:r>
            <a:endParaRPr b="0" i="0" sz="1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Char char="o"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tier (Presentation, Logic, Data) should be  independent.</a:t>
            </a:r>
            <a:endParaRPr b="0" i="0" sz="1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t/>
            </a:r>
            <a:endParaRPr b="0" i="0" sz="1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Char char="o"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Change in platform affects only the layer running on that particular platform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9"/>
          <p:cNvSpPr txBox="1"/>
          <p:nvPr/>
        </p:nvSpPr>
        <p:spPr>
          <a:xfrm>
            <a:off x="2195512" y="404812"/>
            <a:ext cx="4816475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Typical 3-tier Architecture</a:t>
            </a:r>
            <a:endParaRPr/>
          </a:p>
        </p:txBody>
      </p:sp>
      <p:pic>
        <p:nvPicPr>
          <p:cNvPr descr="http://upload.wikimedia.org/wikipedia/en/6/66/Overview_of_a_three-tier_application.png" id="457" name="Google Shape;457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825" y="1484312"/>
            <a:ext cx="4992687" cy="4602162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59"/>
          <p:cNvSpPr txBox="1"/>
          <p:nvPr/>
        </p:nvSpPr>
        <p:spPr>
          <a:xfrm>
            <a:off x="5651500" y="1484312"/>
            <a:ext cx="3187700" cy="3508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5656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rgbClr val="5656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Presentation Layer</a:t>
            </a:r>
            <a:endParaRPr/>
          </a:p>
          <a:p>
            <a:pPr indent="-1397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Char char="o"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user interface</a:t>
            </a:r>
            <a:endParaRPr/>
          </a:p>
          <a:p>
            <a:pPr indent="-1397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Char char="o"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Handles the interaction with the user</a:t>
            </a:r>
            <a:endParaRPr/>
          </a:p>
          <a:p>
            <a:pPr indent="-1397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Char char="o"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Sometimes called the GUI or client view or front-end</a:t>
            </a:r>
            <a:endParaRPr/>
          </a:p>
          <a:p>
            <a:pPr indent="-1397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Char char="o"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Should not contain business logic or data access code</a:t>
            </a:r>
            <a:endParaRPr/>
          </a:p>
        </p:txBody>
      </p:sp>
      <p:cxnSp>
        <p:nvCxnSpPr>
          <p:cNvPr id="459" name="Google Shape;459;p59"/>
          <p:cNvCxnSpPr/>
          <p:nvPr/>
        </p:nvCxnSpPr>
        <p:spPr>
          <a:xfrm rot="10800000">
            <a:off x="4932362" y="2060575"/>
            <a:ext cx="719137" cy="0"/>
          </a:xfrm>
          <a:prstGeom prst="straightConnector1">
            <a:avLst/>
          </a:prstGeom>
          <a:noFill/>
          <a:ln cap="flat" cmpd="sng" w="50800">
            <a:solidFill>
              <a:schemeClr val="dk1"/>
            </a:solidFill>
            <a:prstDash val="solid"/>
            <a:miter lim="800000"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60"/>
          <p:cNvSpPr txBox="1"/>
          <p:nvPr/>
        </p:nvSpPr>
        <p:spPr>
          <a:xfrm>
            <a:off x="2195512" y="404812"/>
            <a:ext cx="4816475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Typical 3-tier Architecture</a:t>
            </a:r>
            <a:endParaRPr/>
          </a:p>
        </p:txBody>
      </p:sp>
      <p:pic>
        <p:nvPicPr>
          <p:cNvPr descr="http://upload.wikimedia.org/wikipedia/en/6/66/Overview_of_a_three-tier_application.png" id="465" name="Google Shape;465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825" y="1484312"/>
            <a:ext cx="4992687" cy="4602162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60"/>
          <p:cNvSpPr txBox="1"/>
          <p:nvPr/>
        </p:nvSpPr>
        <p:spPr>
          <a:xfrm>
            <a:off x="5508625" y="1484312"/>
            <a:ext cx="3384550" cy="397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5656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rgbClr val="5656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Logic Layer</a:t>
            </a:r>
            <a:endParaRPr/>
          </a:p>
          <a:p>
            <a:pPr indent="-1397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Char char="o"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set of rules for processing information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t/>
            </a:r>
            <a:endParaRPr b="0" i="0" sz="1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Char char="o"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accommodate many users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t/>
            </a:r>
            <a:endParaRPr b="0" i="0" sz="1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Char char="o"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Sometimes called middleware/ back-end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None/>
            </a:pPr>
            <a:r>
              <a:t/>
            </a:r>
            <a:endParaRPr b="0" i="0" sz="1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Char char="o"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Should not contain presentation or data access code</a:t>
            </a:r>
            <a:endParaRPr/>
          </a:p>
        </p:txBody>
      </p:sp>
      <p:cxnSp>
        <p:nvCxnSpPr>
          <p:cNvPr id="467" name="Google Shape;467;p60"/>
          <p:cNvCxnSpPr/>
          <p:nvPr/>
        </p:nvCxnSpPr>
        <p:spPr>
          <a:xfrm rot="10800000">
            <a:off x="4884737" y="3284537"/>
            <a:ext cx="719137" cy="0"/>
          </a:xfrm>
          <a:prstGeom prst="straightConnector1">
            <a:avLst/>
          </a:prstGeom>
          <a:noFill/>
          <a:ln cap="flat" cmpd="sng" w="50800">
            <a:solidFill>
              <a:schemeClr val="dk1"/>
            </a:solidFill>
            <a:prstDash val="solid"/>
            <a:miter lim="800000"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61"/>
          <p:cNvSpPr txBox="1"/>
          <p:nvPr/>
        </p:nvSpPr>
        <p:spPr>
          <a:xfrm>
            <a:off x="2195512" y="404812"/>
            <a:ext cx="4816475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Typical 3-tier Architecture</a:t>
            </a:r>
            <a:endParaRPr/>
          </a:p>
        </p:txBody>
      </p:sp>
      <p:pic>
        <p:nvPicPr>
          <p:cNvPr descr="http://upload.wikimedia.org/wikipedia/en/6/66/Overview_of_a_three-tier_application.png" id="473" name="Google Shape;473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887" y="1482725"/>
            <a:ext cx="4992687" cy="4600575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61"/>
          <p:cNvSpPr txBox="1"/>
          <p:nvPr/>
        </p:nvSpPr>
        <p:spPr>
          <a:xfrm>
            <a:off x="5640387" y="1628775"/>
            <a:ext cx="3294062" cy="4308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5656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rgbClr val="56565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Layer</a:t>
            </a:r>
            <a:endParaRPr/>
          </a:p>
          <a:p>
            <a:pPr indent="-1397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Char char="o"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physical storage layer for data persistence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t/>
            </a:r>
            <a:endParaRPr b="0" i="0" sz="1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Char char="o"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Manages access to DB or file system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t/>
            </a:r>
            <a:endParaRPr b="0" i="0" sz="1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Char char="o"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Sometimes called back-end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t/>
            </a:r>
            <a:endParaRPr b="0" i="0" sz="1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Char char="o"/>
            </a:pPr>
            <a:r>
              <a:rPr b="0" i="0" lang="en-US" sz="2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Should not contain presentation or business logic code</a:t>
            </a:r>
            <a:endParaRPr/>
          </a:p>
        </p:txBody>
      </p:sp>
      <p:cxnSp>
        <p:nvCxnSpPr>
          <p:cNvPr id="475" name="Google Shape;475;p61"/>
          <p:cNvCxnSpPr/>
          <p:nvPr/>
        </p:nvCxnSpPr>
        <p:spPr>
          <a:xfrm rot="10800000">
            <a:off x="4919662" y="4868862"/>
            <a:ext cx="720725" cy="0"/>
          </a:xfrm>
          <a:prstGeom prst="straightConnector1">
            <a:avLst/>
          </a:prstGeom>
          <a:noFill/>
          <a:ln cap="flat" cmpd="sng" w="50800">
            <a:solidFill>
              <a:schemeClr val="dk1"/>
            </a:solidFill>
            <a:prstDash val="solid"/>
            <a:miter lim="800000"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62"/>
          <p:cNvSpPr txBox="1"/>
          <p:nvPr/>
        </p:nvSpPr>
        <p:spPr>
          <a:xfrm>
            <a:off x="2179637" y="700087"/>
            <a:ext cx="5553075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3-Tier Architecture - Advantages</a:t>
            </a:r>
            <a:endParaRPr/>
          </a:p>
        </p:txBody>
      </p:sp>
      <p:sp>
        <p:nvSpPr>
          <p:cNvPr id="481" name="Google Shape;481;p62"/>
          <p:cNvSpPr txBox="1"/>
          <p:nvPr/>
        </p:nvSpPr>
        <p:spPr>
          <a:xfrm>
            <a:off x="1362075" y="1989137"/>
            <a:ext cx="6696075" cy="317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b="1" i="0" lang="en-US" sz="2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Independence of Layers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t/>
            </a:r>
            <a:endParaRPr b="1" i="0" sz="1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Easier to maintain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t/>
            </a:r>
            <a:endParaRPr b="0" i="0" sz="1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Components are reusable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t/>
            </a:r>
            <a:endParaRPr b="0" i="0" sz="1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Faster development (division of work)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Char char="o"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 designer does presentation</a:t>
            </a:r>
            <a:endParaRPr b="0" i="0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Char char="o"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engineer does logic</a:t>
            </a:r>
            <a:endParaRPr b="0" i="0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Char char="o"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DB admin does data model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3"/>
          <p:cNvSpPr txBox="1"/>
          <p:nvPr/>
        </p:nvSpPr>
        <p:spPr>
          <a:xfrm>
            <a:off x="990600" y="1371600"/>
            <a:ext cx="7696200" cy="4495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7" name="Google Shape;487;p63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Database Users</a:t>
            </a:r>
            <a:endParaRPr/>
          </a:p>
        </p:txBody>
      </p:sp>
      <p:sp>
        <p:nvSpPr>
          <p:cNvPr id="488" name="Google Shape;488;p63"/>
          <p:cNvSpPr txBox="1"/>
          <p:nvPr>
            <p:ph idx="1" type="body"/>
          </p:nvPr>
        </p:nvSpPr>
        <p:spPr>
          <a:xfrm>
            <a:off x="1143000" y="1600200"/>
            <a:ext cx="75438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70"/>
              <a:buNone/>
            </a:pPr>
            <a:r>
              <a:rPr b="1" i="0" lang="en-US" sz="1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Users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 differentiated by the way they expect to interact with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system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170"/>
              <a:buFont typeface="Noto Sans Symbols"/>
              <a:buChar char="■"/>
            </a:pPr>
            <a:r>
              <a:rPr b="1" i="0" lang="en-US" sz="1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Application programmers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interact with system through DML calls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170"/>
              <a:buFont typeface="Noto Sans Symbols"/>
              <a:buChar char="■"/>
            </a:pPr>
            <a:r>
              <a:rPr b="1" i="0" lang="en-US" sz="1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Sophisticated users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form requests in a database query language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170"/>
              <a:buFont typeface="Noto Sans Symbols"/>
              <a:buChar char="■"/>
            </a:pPr>
            <a:r>
              <a:rPr b="1" i="0" lang="en-US" sz="1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Specialized users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write specialized database applications that do not fit into the traditional data processing framework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170"/>
              <a:buFont typeface="Noto Sans Symbols"/>
              <a:buChar char="■"/>
            </a:pPr>
            <a:r>
              <a:rPr b="1" i="0" lang="en-US" sz="1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Naïve users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invoke one of the permanent application programs that have been written previously</a:t>
            </a:r>
            <a:endParaRPr/>
          </a:p>
          <a:p>
            <a:pPr indent="-325437" lvl="1" marL="669925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080"/>
              <a:buFont typeface="Noto Sans Symbols"/>
              <a:buChar char="❑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Examples, people accessing database over the web, bank tellers, clerical staff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64"/>
          <p:cNvSpPr txBox="1"/>
          <p:nvPr/>
        </p:nvSpPr>
        <p:spPr>
          <a:xfrm>
            <a:off x="762000" y="1752600"/>
            <a:ext cx="7924800" cy="4114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4" name="Google Shape;494;p64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Database Administrator</a:t>
            </a:r>
            <a:endParaRPr/>
          </a:p>
        </p:txBody>
      </p:sp>
      <p:sp>
        <p:nvSpPr>
          <p:cNvPr id="495" name="Google Shape;495;p64"/>
          <p:cNvSpPr txBox="1"/>
          <p:nvPr>
            <p:ph idx="1" type="body"/>
          </p:nvPr>
        </p:nvSpPr>
        <p:spPr>
          <a:xfrm>
            <a:off x="990600" y="1905000"/>
            <a:ext cx="7467600" cy="4137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7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Coordinates all the activities of the database system; the database administrator has a good understanding of the enterprise’s information resources and needs.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17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Database administrator's duties include:</a:t>
            </a:r>
            <a:endParaRPr/>
          </a:p>
          <a:p>
            <a:pPr indent="-325437" lvl="1" marL="669925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080"/>
              <a:buFont typeface="Noto Sans Symbols"/>
              <a:buChar char="❑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Schema definition</a:t>
            </a:r>
            <a:endParaRPr/>
          </a:p>
          <a:p>
            <a:pPr indent="-325437" lvl="1" marL="669925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080"/>
              <a:buFont typeface="Noto Sans Symbols"/>
              <a:buChar char="❑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Storage structure and access method definition</a:t>
            </a:r>
            <a:endParaRPr/>
          </a:p>
          <a:p>
            <a:pPr indent="-325437" lvl="1" marL="669925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080"/>
              <a:buFont typeface="Noto Sans Symbols"/>
              <a:buChar char="❑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Schema and physical organization modification</a:t>
            </a:r>
            <a:endParaRPr/>
          </a:p>
          <a:p>
            <a:pPr indent="-325437" lvl="1" marL="669925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080"/>
              <a:buFont typeface="Noto Sans Symbols"/>
              <a:buChar char="❑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Granting user authority to access the database</a:t>
            </a:r>
            <a:endParaRPr/>
          </a:p>
          <a:p>
            <a:pPr indent="-325437" lvl="1" marL="669925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080"/>
              <a:buFont typeface="Noto Sans Symbols"/>
              <a:buChar char="❑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Specifying integrity constraints</a:t>
            </a:r>
            <a:endParaRPr/>
          </a:p>
          <a:p>
            <a:pPr indent="-325437" lvl="1" marL="669925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080"/>
              <a:buFont typeface="Noto Sans Symbols"/>
              <a:buChar char="❑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Acting as liaison with users</a:t>
            </a:r>
            <a:endParaRPr/>
          </a:p>
          <a:p>
            <a:pPr indent="-325437" lvl="1" marL="669925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080"/>
              <a:buFont typeface="Noto Sans Symbols"/>
              <a:buChar char="❑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Monitoring performance and responding to changes in requirements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65"/>
          <p:cNvSpPr txBox="1"/>
          <p:nvPr/>
        </p:nvSpPr>
        <p:spPr>
          <a:xfrm>
            <a:off x="3886200" y="2895600"/>
            <a:ext cx="1093787" cy="76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0" i="0" lang="en-US" sz="44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8_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9_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1_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12_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13_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7_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4_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6_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2_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10_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14_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3_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1_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5_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